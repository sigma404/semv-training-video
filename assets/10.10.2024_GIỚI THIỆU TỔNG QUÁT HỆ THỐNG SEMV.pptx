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handoutMasterIdLst>
    <p:handoutMasterId r:id="rId44"/>
  </p:handoutMasterIdLst>
  <p:sldIdLst>
    <p:sldId id="256" r:id="rId2"/>
    <p:sldId id="260" r:id="rId3"/>
    <p:sldId id="262" r:id="rId4"/>
    <p:sldId id="257" r:id="rId5"/>
    <p:sldId id="261" r:id="rId6"/>
    <p:sldId id="258" r:id="rId7"/>
    <p:sldId id="263" r:id="rId8"/>
    <p:sldId id="264" r:id="rId9"/>
    <p:sldId id="265" r:id="rId10"/>
    <p:sldId id="266" r:id="rId11"/>
    <p:sldId id="267" r:id="rId12"/>
    <p:sldId id="268" r:id="rId13"/>
    <p:sldId id="269" r:id="rId14"/>
    <p:sldId id="270" r:id="rId15"/>
    <p:sldId id="271" r:id="rId16"/>
    <p:sldId id="273" r:id="rId17"/>
    <p:sldId id="275" r:id="rId18"/>
    <p:sldId id="274" r:id="rId19"/>
    <p:sldId id="276" r:id="rId20"/>
    <p:sldId id="277" r:id="rId21"/>
    <p:sldId id="278" r:id="rId22"/>
    <p:sldId id="279" r:id="rId23"/>
    <p:sldId id="280" r:id="rId24"/>
    <p:sldId id="281" r:id="rId25"/>
    <p:sldId id="282" r:id="rId26"/>
    <p:sldId id="283" r:id="rId27"/>
    <p:sldId id="284" r:id="rId28"/>
    <p:sldId id="293" r:id="rId29"/>
    <p:sldId id="294" r:id="rId30"/>
    <p:sldId id="295" r:id="rId31"/>
    <p:sldId id="296" r:id="rId32"/>
    <p:sldId id="286" r:id="rId33"/>
    <p:sldId id="297" r:id="rId34"/>
    <p:sldId id="285" r:id="rId35"/>
    <p:sldId id="287" r:id="rId36"/>
    <p:sldId id="288" r:id="rId37"/>
    <p:sldId id="289" r:id="rId38"/>
    <p:sldId id="290" r:id="rId39"/>
    <p:sldId id="291" r:id="rId40"/>
    <p:sldId id="298" r:id="rId41"/>
    <p:sldId id="292"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31" autoAdjust="0"/>
  </p:normalViewPr>
  <p:slideViewPr>
    <p:cSldViewPr snapToGrid="0">
      <p:cViewPr>
        <p:scale>
          <a:sx n="75" d="100"/>
          <a:sy n="75" d="100"/>
        </p:scale>
        <p:origin x="1872" y="642"/>
      </p:cViewPr>
      <p:guideLst/>
    </p:cSldViewPr>
  </p:slideViewPr>
  <p:outlineViewPr>
    <p:cViewPr>
      <p:scale>
        <a:sx n="33" d="100"/>
        <a:sy n="33" d="100"/>
      </p:scale>
      <p:origin x="0" y="0"/>
    </p:cViewPr>
  </p:outlineViewPr>
  <p:notesTextViewPr>
    <p:cViewPr>
      <p:scale>
        <a:sx n="20" d="100"/>
        <a:sy n="2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BF8A90-06E4-40F9-A5B9-6C2D4EA83F98}"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91E53AF0-F844-4B4B-B5A7-2FA2EA2543FA}">
      <dgm:prSet phldrT="[Text]"/>
      <dgm:spPr/>
      <dgm:t>
        <a:bodyPr/>
        <a:lstStyle/>
        <a:p>
          <a:r>
            <a:rPr lang="vi-VN" b="1" dirty="0">
              <a:latin typeface="+mj-lt"/>
            </a:rPr>
            <a:t>Lập kế hoạch kinh doanh hiệu quả</a:t>
          </a:r>
          <a:endParaRPr lang="en-US" dirty="0">
            <a:latin typeface="+mj-lt"/>
          </a:endParaRPr>
        </a:p>
      </dgm:t>
    </dgm:pt>
    <dgm:pt modelId="{C6B198CD-C957-4A48-85BA-DC7FE548D168}" type="parTrans" cxnId="{CA30CA8C-938C-4123-BF9A-2D612B9B8F85}">
      <dgm:prSet/>
      <dgm:spPr/>
      <dgm:t>
        <a:bodyPr/>
        <a:lstStyle/>
        <a:p>
          <a:endParaRPr lang="en-US"/>
        </a:p>
      </dgm:t>
    </dgm:pt>
    <dgm:pt modelId="{22F33E9D-946A-4DEE-9513-62D893A34B49}" type="sibTrans" cxnId="{CA30CA8C-938C-4123-BF9A-2D612B9B8F85}">
      <dgm:prSet/>
      <dgm:spPr/>
      <dgm:t>
        <a:bodyPr/>
        <a:lstStyle/>
        <a:p>
          <a:endParaRPr lang="en-US"/>
        </a:p>
      </dgm:t>
    </dgm:pt>
    <dgm:pt modelId="{FF1E725E-07E4-46E7-A6FD-EDE0169304E3}">
      <dgm:prSet phldrT="[Text]"/>
      <dgm:spPr/>
      <dgm:t>
        <a:bodyPr/>
        <a:lstStyle/>
        <a:p>
          <a:r>
            <a:rPr lang="vi-VN" b="1" dirty="0">
              <a:latin typeface="+mj-lt"/>
            </a:rPr>
            <a:t>Tối ưu hóa quy trình vận hành</a:t>
          </a:r>
          <a:endParaRPr lang="en-US" dirty="0">
            <a:latin typeface="+mj-lt"/>
          </a:endParaRPr>
        </a:p>
      </dgm:t>
    </dgm:pt>
    <dgm:pt modelId="{C55A59BD-F344-4EEC-B65D-F382AB93BB55}" type="parTrans" cxnId="{5CF8B328-0096-4EEA-826A-D44D0B82CBF0}">
      <dgm:prSet/>
      <dgm:spPr/>
      <dgm:t>
        <a:bodyPr/>
        <a:lstStyle/>
        <a:p>
          <a:endParaRPr lang="en-US"/>
        </a:p>
      </dgm:t>
    </dgm:pt>
    <dgm:pt modelId="{299B20A4-8585-4960-9F1C-090D71FE72CD}" type="sibTrans" cxnId="{5CF8B328-0096-4EEA-826A-D44D0B82CBF0}">
      <dgm:prSet/>
      <dgm:spPr/>
      <dgm:t>
        <a:bodyPr/>
        <a:lstStyle/>
        <a:p>
          <a:endParaRPr lang="en-US"/>
        </a:p>
      </dgm:t>
    </dgm:pt>
    <dgm:pt modelId="{7B1264B2-585F-4EBD-9032-DFFAA4479242}">
      <dgm:prSet phldrT="[Text]"/>
      <dgm:spPr/>
      <dgm:t>
        <a:bodyPr/>
        <a:lstStyle/>
        <a:p>
          <a:r>
            <a:rPr lang="vi-VN" b="1" dirty="0">
              <a:latin typeface="+mj-lt"/>
            </a:rPr>
            <a:t>Kiểm soát kỹ lưỡng chất lượng đầu vào, đầu ra</a:t>
          </a:r>
          <a:endParaRPr lang="en-US" dirty="0">
            <a:latin typeface="+mj-lt"/>
          </a:endParaRPr>
        </a:p>
      </dgm:t>
    </dgm:pt>
    <dgm:pt modelId="{9E70B63D-8A2E-4405-BF6B-83BCE2A26601}" type="parTrans" cxnId="{6E4E272C-6DC1-4424-A5B9-6097C7B44308}">
      <dgm:prSet/>
      <dgm:spPr/>
      <dgm:t>
        <a:bodyPr/>
        <a:lstStyle/>
        <a:p>
          <a:endParaRPr lang="en-US"/>
        </a:p>
      </dgm:t>
    </dgm:pt>
    <dgm:pt modelId="{7964345B-C4F5-4817-B7E6-B3A7BEEB54D4}" type="sibTrans" cxnId="{6E4E272C-6DC1-4424-A5B9-6097C7B44308}">
      <dgm:prSet/>
      <dgm:spPr/>
      <dgm:t>
        <a:bodyPr/>
        <a:lstStyle/>
        <a:p>
          <a:endParaRPr lang="en-US"/>
        </a:p>
      </dgm:t>
    </dgm:pt>
    <dgm:pt modelId="{78E09EF1-3888-4673-826D-F7C9755D4244}">
      <dgm:prSet phldrT="[Text]"/>
      <dgm:spPr/>
      <dgm:t>
        <a:bodyPr/>
        <a:lstStyle/>
        <a:p>
          <a:r>
            <a:rPr lang="vi-VN" b="1" dirty="0">
              <a:latin typeface="+mj-lt"/>
            </a:rPr>
            <a:t>Tính chi phí sản phẩm chính xác</a:t>
          </a:r>
          <a:endParaRPr lang="en-US" dirty="0">
            <a:latin typeface="+mj-lt"/>
          </a:endParaRPr>
        </a:p>
      </dgm:t>
    </dgm:pt>
    <dgm:pt modelId="{DD3B4C00-0A09-4B58-8D60-743563D7875F}" type="parTrans" cxnId="{42EE38F6-EA42-454F-9302-16AC7EB55CDB}">
      <dgm:prSet/>
      <dgm:spPr/>
      <dgm:t>
        <a:bodyPr/>
        <a:lstStyle/>
        <a:p>
          <a:endParaRPr lang="en-US"/>
        </a:p>
      </dgm:t>
    </dgm:pt>
    <dgm:pt modelId="{777C3FC9-6E33-4642-A94D-DD960C1451A8}" type="sibTrans" cxnId="{42EE38F6-EA42-454F-9302-16AC7EB55CDB}">
      <dgm:prSet/>
      <dgm:spPr/>
      <dgm:t>
        <a:bodyPr/>
        <a:lstStyle/>
        <a:p>
          <a:endParaRPr lang="en-US"/>
        </a:p>
      </dgm:t>
    </dgm:pt>
    <dgm:pt modelId="{D5423107-A176-494A-A623-01E1FFB56FC1}">
      <dgm:prSet phldrT="[Text]"/>
      <dgm:spPr/>
      <dgm:t>
        <a:bodyPr/>
        <a:lstStyle/>
        <a:p>
          <a:r>
            <a:rPr lang="vi-VN" b="1" dirty="0">
              <a:latin typeface="+mj-lt"/>
            </a:rPr>
            <a:t>Nắm được tình hình sản xuất nhanh chóng</a:t>
          </a:r>
          <a:endParaRPr lang="en-US" dirty="0">
            <a:latin typeface="+mj-lt"/>
          </a:endParaRPr>
        </a:p>
      </dgm:t>
    </dgm:pt>
    <dgm:pt modelId="{F92412A0-7747-4115-BEAE-90A70875C75B}" type="parTrans" cxnId="{E6D7F9A5-59F0-465C-9877-D8C5FA4EDF70}">
      <dgm:prSet/>
      <dgm:spPr/>
      <dgm:t>
        <a:bodyPr/>
        <a:lstStyle/>
        <a:p>
          <a:endParaRPr lang="en-US"/>
        </a:p>
      </dgm:t>
    </dgm:pt>
    <dgm:pt modelId="{19FE71FD-450E-42B5-A7E9-20CF7B8A97DD}" type="sibTrans" cxnId="{E6D7F9A5-59F0-465C-9877-D8C5FA4EDF70}">
      <dgm:prSet/>
      <dgm:spPr/>
      <dgm:t>
        <a:bodyPr/>
        <a:lstStyle/>
        <a:p>
          <a:endParaRPr lang="en-US"/>
        </a:p>
      </dgm:t>
    </dgm:pt>
    <dgm:pt modelId="{8D659533-A038-4535-B265-658F368B0CDC}" type="pres">
      <dgm:prSet presAssocID="{54BF8A90-06E4-40F9-A5B9-6C2D4EA83F98}" presName="Name0" presStyleCnt="0">
        <dgm:presLayoutVars>
          <dgm:chMax val="7"/>
          <dgm:chPref val="7"/>
          <dgm:dir/>
        </dgm:presLayoutVars>
      </dgm:prSet>
      <dgm:spPr/>
    </dgm:pt>
    <dgm:pt modelId="{4316AB8B-0898-440C-BBAE-EA614D4705BC}" type="pres">
      <dgm:prSet presAssocID="{54BF8A90-06E4-40F9-A5B9-6C2D4EA83F98}" presName="Name1" presStyleCnt="0"/>
      <dgm:spPr/>
    </dgm:pt>
    <dgm:pt modelId="{C4AD7B2D-2F86-4AF9-80B5-7CB08A98EB71}" type="pres">
      <dgm:prSet presAssocID="{54BF8A90-06E4-40F9-A5B9-6C2D4EA83F98}" presName="cycle" presStyleCnt="0"/>
      <dgm:spPr/>
    </dgm:pt>
    <dgm:pt modelId="{E47CA137-6B7E-43DC-AF76-DBD47ED86C31}" type="pres">
      <dgm:prSet presAssocID="{54BF8A90-06E4-40F9-A5B9-6C2D4EA83F98}" presName="srcNode" presStyleLbl="node1" presStyleIdx="0" presStyleCnt="5"/>
      <dgm:spPr/>
    </dgm:pt>
    <dgm:pt modelId="{014FBBC3-3083-479D-BA5F-42F06C1F1296}" type="pres">
      <dgm:prSet presAssocID="{54BF8A90-06E4-40F9-A5B9-6C2D4EA83F98}" presName="conn" presStyleLbl="parChTrans1D2" presStyleIdx="0" presStyleCnt="1"/>
      <dgm:spPr/>
    </dgm:pt>
    <dgm:pt modelId="{62D6F45A-D782-46D5-812A-4578AE84A4DF}" type="pres">
      <dgm:prSet presAssocID="{54BF8A90-06E4-40F9-A5B9-6C2D4EA83F98}" presName="extraNode" presStyleLbl="node1" presStyleIdx="0" presStyleCnt="5"/>
      <dgm:spPr/>
    </dgm:pt>
    <dgm:pt modelId="{7603ADAB-889B-481E-996B-91525C3C8C3C}" type="pres">
      <dgm:prSet presAssocID="{54BF8A90-06E4-40F9-A5B9-6C2D4EA83F98}" presName="dstNode" presStyleLbl="node1" presStyleIdx="0" presStyleCnt="5"/>
      <dgm:spPr/>
    </dgm:pt>
    <dgm:pt modelId="{553794AD-9C9D-4D84-B2C2-AC3B622DD428}" type="pres">
      <dgm:prSet presAssocID="{91E53AF0-F844-4B4B-B5A7-2FA2EA2543FA}" presName="text_1" presStyleLbl="node1" presStyleIdx="0" presStyleCnt="5">
        <dgm:presLayoutVars>
          <dgm:bulletEnabled val="1"/>
        </dgm:presLayoutVars>
      </dgm:prSet>
      <dgm:spPr/>
    </dgm:pt>
    <dgm:pt modelId="{9B0A95BE-3A96-4546-B388-F5D2C5A440F3}" type="pres">
      <dgm:prSet presAssocID="{91E53AF0-F844-4B4B-B5A7-2FA2EA2543FA}" presName="accent_1" presStyleCnt="0"/>
      <dgm:spPr/>
    </dgm:pt>
    <dgm:pt modelId="{5F09689C-02E8-417D-8238-A98867EFC90A}" type="pres">
      <dgm:prSet presAssocID="{91E53AF0-F844-4B4B-B5A7-2FA2EA2543FA}" presName="accentRepeatNode" presStyleLbl="solidFgAcc1" presStyleIdx="0" presStyleCnt="5"/>
      <dgm:spPr/>
    </dgm:pt>
    <dgm:pt modelId="{797683DD-83E4-472B-9A0A-907EA5399D87}" type="pres">
      <dgm:prSet presAssocID="{FF1E725E-07E4-46E7-A6FD-EDE0169304E3}" presName="text_2" presStyleLbl="node1" presStyleIdx="1" presStyleCnt="5">
        <dgm:presLayoutVars>
          <dgm:bulletEnabled val="1"/>
        </dgm:presLayoutVars>
      </dgm:prSet>
      <dgm:spPr/>
    </dgm:pt>
    <dgm:pt modelId="{78A7EA19-E0F4-4763-828A-A2774ACE5DD6}" type="pres">
      <dgm:prSet presAssocID="{FF1E725E-07E4-46E7-A6FD-EDE0169304E3}" presName="accent_2" presStyleCnt="0"/>
      <dgm:spPr/>
    </dgm:pt>
    <dgm:pt modelId="{E49CB588-39A8-4ECB-A28C-074CD620DD47}" type="pres">
      <dgm:prSet presAssocID="{FF1E725E-07E4-46E7-A6FD-EDE0169304E3}" presName="accentRepeatNode" presStyleLbl="solidFgAcc1" presStyleIdx="1" presStyleCnt="5"/>
      <dgm:spPr/>
    </dgm:pt>
    <dgm:pt modelId="{AA480A9F-56D4-4956-8D98-B48D2A0D6986}" type="pres">
      <dgm:prSet presAssocID="{7B1264B2-585F-4EBD-9032-DFFAA4479242}" presName="text_3" presStyleLbl="node1" presStyleIdx="2" presStyleCnt="5">
        <dgm:presLayoutVars>
          <dgm:bulletEnabled val="1"/>
        </dgm:presLayoutVars>
      </dgm:prSet>
      <dgm:spPr/>
    </dgm:pt>
    <dgm:pt modelId="{ED2E6F62-B806-45D2-AFAE-044ADE736311}" type="pres">
      <dgm:prSet presAssocID="{7B1264B2-585F-4EBD-9032-DFFAA4479242}" presName="accent_3" presStyleCnt="0"/>
      <dgm:spPr/>
    </dgm:pt>
    <dgm:pt modelId="{0317BBA3-9246-4F42-9311-5BED315C22C4}" type="pres">
      <dgm:prSet presAssocID="{7B1264B2-585F-4EBD-9032-DFFAA4479242}" presName="accentRepeatNode" presStyleLbl="solidFgAcc1" presStyleIdx="2" presStyleCnt="5"/>
      <dgm:spPr/>
    </dgm:pt>
    <dgm:pt modelId="{F336E6F1-64D5-4F8D-802B-6ECB1867269D}" type="pres">
      <dgm:prSet presAssocID="{78E09EF1-3888-4673-826D-F7C9755D4244}" presName="text_4" presStyleLbl="node1" presStyleIdx="3" presStyleCnt="5">
        <dgm:presLayoutVars>
          <dgm:bulletEnabled val="1"/>
        </dgm:presLayoutVars>
      </dgm:prSet>
      <dgm:spPr/>
    </dgm:pt>
    <dgm:pt modelId="{208B44A0-CB64-4154-A8D3-E8A2BCA930E1}" type="pres">
      <dgm:prSet presAssocID="{78E09EF1-3888-4673-826D-F7C9755D4244}" presName="accent_4" presStyleCnt="0"/>
      <dgm:spPr/>
    </dgm:pt>
    <dgm:pt modelId="{557B046D-1CCE-40C1-BB11-6C13E445B855}" type="pres">
      <dgm:prSet presAssocID="{78E09EF1-3888-4673-826D-F7C9755D4244}" presName="accentRepeatNode" presStyleLbl="solidFgAcc1" presStyleIdx="3" presStyleCnt="5"/>
      <dgm:spPr/>
    </dgm:pt>
    <dgm:pt modelId="{41D3122F-6AC5-4921-ACFA-4A9CBF9E2352}" type="pres">
      <dgm:prSet presAssocID="{D5423107-A176-494A-A623-01E1FFB56FC1}" presName="text_5" presStyleLbl="node1" presStyleIdx="4" presStyleCnt="5">
        <dgm:presLayoutVars>
          <dgm:bulletEnabled val="1"/>
        </dgm:presLayoutVars>
      </dgm:prSet>
      <dgm:spPr/>
    </dgm:pt>
    <dgm:pt modelId="{C75F8C02-08E0-4F3D-BE80-B176F90F46B0}" type="pres">
      <dgm:prSet presAssocID="{D5423107-A176-494A-A623-01E1FFB56FC1}" presName="accent_5" presStyleCnt="0"/>
      <dgm:spPr/>
    </dgm:pt>
    <dgm:pt modelId="{85D5EE8D-6748-43CD-9DD7-F634F1E6EA4E}" type="pres">
      <dgm:prSet presAssocID="{D5423107-A176-494A-A623-01E1FFB56FC1}" presName="accentRepeatNode" presStyleLbl="solidFgAcc1" presStyleIdx="4" presStyleCnt="5"/>
      <dgm:spPr/>
    </dgm:pt>
  </dgm:ptLst>
  <dgm:cxnLst>
    <dgm:cxn modelId="{F1732409-4F13-4383-963F-3027C0A38CAC}" type="presOf" srcId="{7B1264B2-585F-4EBD-9032-DFFAA4479242}" destId="{AA480A9F-56D4-4956-8D98-B48D2A0D6986}" srcOrd="0" destOrd="0" presId="urn:microsoft.com/office/officeart/2008/layout/VerticalCurvedList"/>
    <dgm:cxn modelId="{5CF8B328-0096-4EEA-826A-D44D0B82CBF0}" srcId="{54BF8A90-06E4-40F9-A5B9-6C2D4EA83F98}" destId="{FF1E725E-07E4-46E7-A6FD-EDE0169304E3}" srcOrd="1" destOrd="0" parTransId="{C55A59BD-F344-4EEC-B65D-F382AB93BB55}" sibTransId="{299B20A4-8585-4960-9F1C-090D71FE72CD}"/>
    <dgm:cxn modelId="{6E4E272C-6DC1-4424-A5B9-6097C7B44308}" srcId="{54BF8A90-06E4-40F9-A5B9-6C2D4EA83F98}" destId="{7B1264B2-585F-4EBD-9032-DFFAA4479242}" srcOrd="2" destOrd="0" parTransId="{9E70B63D-8A2E-4405-BF6B-83BCE2A26601}" sibTransId="{7964345B-C4F5-4817-B7E6-B3A7BEEB54D4}"/>
    <dgm:cxn modelId="{C0FAC674-7F62-40BA-AC96-5204E5AA2768}" type="presOf" srcId="{D5423107-A176-494A-A623-01E1FFB56FC1}" destId="{41D3122F-6AC5-4921-ACFA-4A9CBF9E2352}" srcOrd="0" destOrd="0" presId="urn:microsoft.com/office/officeart/2008/layout/VerticalCurvedList"/>
    <dgm:cxn modelId="{229C1B5A-250A-4291-8529-9C47F68BB8BC}" type="presOf" srcId="{FF1E725E-07E4-46E7-A6FD-EDE0169304E3}" destId="{797683DD-83E4-472B-9A0A-907EA5399D87}" srcOrd="0" destOrd="0" presId="urn:microsoft.com/office/officeart/2008/layout/VerticalCurvedList"/>
    <dgm:cxn modelId="{F1BDDB7F-5FC9-4EDF-9C12-FEF4002DEB3F}" type="presOf" srcId="{22F33E9D-946A-4DEE-9513-62D893A34B49}" destId="{014FBBC3-3083-479D-BA5F-42F06C1F1296}" srcOrd="0" destOrd="0" presId="urn:microsoft.com/office/officeart/2008/layout/VerticalCurvedList"/>
    <dgm:cxn modelId="{CA30CA8C-938C-4123-BF9A-2D612B9B8F85}" srcId="{54BF8A90-06E4-40F9-A5B9-6C2D4EA83F98}" destId="{91E53AF0-F844-4B4B-B5A7-2FA2EA2543FA}" srcOrd="0" destOrd="0" parTransId="{C6B198CD-C957-4A48-85BA-DC7FE548D168}" sibTransId="{22F33E9D-946A-4DEE-9513-62D893A34B49}"/>
    <dgm:cxn modelId="{E6D7F9A5-59F0-465C-9877-D8C5FA4EDF70}" srcId="{54BF8A90-06E4-40F9-A5B9-6C2D4EA83F98}" destId="{D5423107-A176-494A-A623-01E1FFB56FC1}" srcOrd="4" destOrd="0" parTransId="{F92412A0-7747-4115-BEAE-90A70875C75B}" sibTransId="{19FE71FD-450E-42B5-A7E9-20CF7B8A97DD}"/>
    <dgm:cxn modelId="{C60B8DDF-66EC-4DF3-864D-291DA243A221}" type="presOf" srcId="{54BF8A90-06E4-40F9-A5B9-6C2D4EA83F98}" destId="{8D659533-A038-4535-B265-658F368B0CDC}" srcOrd="0" destOrd="0" presId="urn:microsoft.com/office/officeart/2008/layout/VerticalCurvedList"/>
    <dgm:cxn modelId="{62BFF7EE-3714-46CD-A79C-80A3B39DD6C4}" type="presOf" srcId="{91E53AF0-F844-4B4B-B5A7-2FA2EA2543FA}" destId="{553794AD-9C9D-4D84-B2C2-AC3B622DD428}" srcOrd="0" destOrd="0" presId="urn:microsoft.com/office/officeart/2008/layout/VerticalCurvedList"/>
    <dgm:cxn modelId="{30BD77F1-E734-43DD-8536-B3E55C69D5EF}" type="presOf" srcId="{78E09EF1-3888-4673-826D-F7C9755D4244}" destId="{F336E6F1-64D5-4F8D-802B-6ECB1867269D}" srcOrd="0" destOrd="0" presId="urn:microsoft.com/office/officeart/2008/layout/VerticalCurvedList"/>
    <dgm:cxn modelId="{42EE38F6-EA42-454F-9302-16AC7EB55CDB}" srcId="{54BF8A90-06E4-40F9-A5B9-6C2D4EA83F98}" destId="{78E09EF1-3888-4673-826D-F7C9755D4244}" srcOrd="3" destOrd="0" parTransId="{DD3B4C00-0A09-4B58-8D60-743563D7875F}" sibTransId="{777C3FC9-6E33-4642-A94D-DD960C1451A8}"/>
    <dgm:cxn modelId="{8ED3EA55-CC3F-4889-85B7-642AED50E40D}" type="presParOf" srcId="{8D659533-A038-4535-B265-658F368B0CDC}" destId="{4316AB8B-0898-440C-BBAE-EA614D4705BC}" srcOrd="0" destOrd="0" presId="urn:microsoft.com/office/officeart/2008/layout/VerticalCurvedList"/>
    <dgm:cxn modelId="{E3618913-8EFF-4C68-8C9A-D3D877C6E305}" type="presParOf" srcId="{4316AB8B-0898-440C-BBAE-EA614D4705BC}" destId="{C4AD7B2D-2F86-4AF9-80B5-7CB08A98EB71}" srcOrd="0" destOrd="0" presId="urn:microsoft.com/office/officeart/2008/layout/VerticalCurvedList"/>
    <dgm:cxn modelId="{CC1DFDF5-7264-4D5C-90E5-143FDC4A6043}" type="presParOf" srcId="{C4AD7B2D-2F86-4AF9-80B5-7CB08A98EB71}" destId="{E47CA137-6B7E-43DC-AF76-DBD47ED86C31}" srcOrd="0" destOrd="0" presId="urn:microsoft.com/office/officeart/2008/layout/VerticalCurvedList"/>
    <dgm:cxn modelId="{10AA2651-543B-4BFB-8876-3E9ACB7408BC}" type="presParOf" srcId="{C4AD7B2D-2F86-4AF9-80B5-7CB08A98EB71}" destId="{014FBBC3-3083-479D-BA5F-42F06C1F1296}" srcOrd="1" destOrd="0" presId="urn:microsoft.com/office/officeart/2008/layout/VerticalCurvedList"/>
    <dgm:cxn modelId="{D40ED66C-5987-4A3F-A67C-F975C76E59EB}" type="presParOf" srcId="{C4AD7B2D-2F86-4AF9-80B5-7CB08A98EB71}" destId="{62D6F45A-D782-46D5-812A-4578AE84A4DF}" srcOrd="2" destOrd="0" presId="urn:microsoft.com/office/officeart/2008/layout/VerticalCurvedList"/>
    <dgm:cxn modelId="{2AF359CD-5414-480B-8E9B-E324F9092CD1}" type="presParOf" srcId="{C4AD7B2D-2F86-4AF9-80B5-7CB08A98EB71}" destId="{7603ADAB-889B-481E-996B-91525C3C8C3C}" srcOrd="3" destOrd="0" presId="urn:microsoft.com/office/officeart/2008/layout/VerticalCurvedList"/>
    <dgm:cxn modelId="{A19230A4-6A0D-42C8-BB9E-FB7ECBAE8528}" type="presParOf" srcId="{4316AB8B-0898-440C-BBAE-EA614D4705BC}" destId="{553794AD-9C9D-4D84-B2C2-AC3B622DD428}" srcOrd="1" destOrd="0" presId="urn:microsoft.com/office/officeart/2008/layout/VerticalCurvedList"/>
    <dgm:cxn modelId="{05E669AE-6662-42FC-8B1D-78DE6CEED265}" type="presParOf" srcId="{4316AB8B-0898-440C-BBAE-EA614D4705BC}" destId="{9B0A95BE-3A96-4546-B388-F5D2C5A440F3}" srcOrd="2" destOrd="0" presId="urn:microsoft.com/office/officeart/2008/layout/VerticalCurvedList"/>
    <dgm:cxn modelId="{E5A10919-15E3-4F9B-94FC-A8F2740B1AF9}" type="presParOf" srcId="{9B0A95BE-3A96-4546-B388-F5D2C5A440F3}" destId="{5F09689C-02E8-417D-8238-A98867EFC90A}" srcOrd="0" destOrd="0" presId="urn:microsoft.com/office/officeart/2008/layout/VerticalCurvedList"/>
    <dgm:cxn modelId="{C52515F8-BC5A-491D-B003-1B52422AE24D}" type="presParOf" srcId="{4316AB8B-0898-440C-BBAE-EA614D4705BC}" destId="{797683DD-83E4-472B-9A0A-907EA5399D87}" srcOrd="3" destOrd="0" presId="urn:microsoft.com/office/officeart/2008/layout/VerticalCurvedList"/>
    <dgm:cxn modelId="{44B026C7-1DDD-4E74-91F2-706508D8C1D7}" type="presParOf" srcId="{4316AB8B-0898-440C-BBAE-EA614D4705BC}" destId="{78A7EA19-E0F4-4763-828A-A2774ACE5DD6}" srcOrd="4" destOrd="0" presId="urn:microsoft.com/office/officeart/2008/layout/VerticalCurvedList"/>
    <dgm:cxn modelId="{81208BA4-B910-4BB1-ADC3-02A6BD8A0FBC}" type="presParOf" srcId="{78A7EA19-E0F4-4763-828A-A2774ACE5DD6}" destId="{E49CB588-39A8-4ECB-A28C-074CD620DD47}" srcOrd="0" destOrd="0" presId="urn:microsoft.com/office/officeart/2008/layout/VerticalCurvedList"/>
    <dgm:cxn modelId="{6D0060E2-68FD-4588-AE08-F4FF597B1608}" type="presParOf" srcId="{4316AB8B-0898-440C-BBAE-EA614D4705BC}" destId="{AA480A9F-56D4-4956-8D98-B48D2A0D6986}" srcOrd="5" destOrd="0" presId="urn:microsoft.com/office/officeart/2008/layout/VerticalCurvedList"/>
    <dgm:cxn modelId="{CA9A3A0D-BF9F-4744-B737-B27B387BB531}" type="presParOf" srcId="{4316AB8B-0898-440C-BBAE-EA614D4705BC}" destId="{ED2E6F62-B806-45D2-AFAE-044ADE736311}" srcOrd="6" destOrd="0" presId="urn:microsoft.com/office/officeart/2008/layout/VerticalCurvedList"/>
    <dgm:cxn modelId="{0EB53BD5-8338-47F1-B3F8-CEE8A47FDB2B}" type="presParOf" srcId="{ED2E6F62-B806-45D2-AFAE-044ADE736311}" destId="{0317BBA3-9246-4F42-9311-5BED315C22C4}" srcOrd="0" destOrd="0" presId="urn:microsoft.com/office/officeart/2008/layout/VerticalCurvedList"/>
    <dgm:cxn modelId="{44A7256E-6CB8-4E2D-A11D-C2392DA9B76A}" type="presParOf" srcId="{4316AB8B-0898-440C-BBAE-EA614D4705BC}" destId="{F336E6F1-64D5-4F8D-802B-6ECB1867269D}" srcOrd="7" destOrd="0" presId="urn:microsoft.com/office/officeart/2008/layout/VerticalCurvedList"/>
    <dgm:cxn modelId="{4D1E8254-DECC-4E2D-80A6-2C6076774474}" type="presParOf" srcId="{4316AB8B-0898-440C-BBAE-EA614D4705BC}" destId="{208B44A0-CB64-4154-A8D3-E8A2BCA930E1}" srcOrd="8" destOrd="0" presId="urn:microsoft.com/office/officeart/2008/layout/VerticalCurvedList"/>
    <dgm:cxn modelId="{8B57975A-A98B-43D9-848B-77BB41036F41}" type="presParOf" srcId="{208B44A0-CB64-4154-A8D3-E8A2BCA930E1}" destId="{557B046D-1CCE-40C1-BB11-6C13E445B855}" srcOrd="0" destOrd="0" presId="urn:microsoft.com/office/officeart/2008/layout/VerticalCurvedList"/>
    <dgm:cxn modelId="{FA45FEEE-5E3C-438A-83E9-D765ADCA9AEC}" type="presParOf" srcId="{4316AB8B-0898-440C-BBAE-EA614D4705BC}" destId="{41D3122F-6AC5-4921-ACFA-4A9CBF9E2352}" srcOrd="9" destOrd="0" presId="urn:microsoft.com/office/officeart/2008/layout/VerticalCurvedList"/>
    <dgm:cxn modelId="{D478D122-8DCC-4C2B-A4A3-A17C527E762A}" type="presParOf" srcId="{4316AB8B-0898-440C-BBAE-EA614D4705BC}" destId="{C75F8C02-08E0-4F3D-BE80-B176F90F46B0}" srcOrd="10" destOrd="0" presId="urn:microsoft.com/office/officeart/2008/layout/VerticalCurvedList"/>
    <dgm:cxn modelId="{03A3E641-C79C-41A8-A67E-AD339D40314E}" type="presParOf" srcId="{C75F8C02-08E0-4F3D-BE80-B176F90F46B0}" destId="{85D5EE8D-6748-43CD-9DD7-F634F1E6EA4E}"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196C18-344E-43F6-B876-2650BD656F91}"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B94CFA66-2286-4BB6-9EB6-0314FD99F68D}">
      <dgm:prSet phldrT="[Text]"/>
      <dgm:spPr>
        <a:solidFill>
          <a:schemeClr val="bg2">
            <a:lumMod val="50000"/>
          </a:schemeClr>
        </a:solidFill>
        <a:ln>
          <a:solidFill>
            <a:srgbClr val="FFC000"/>
          </a:solidFill>
        </a:ln>
      </dgm:spPr>
      <dgm:t>
        <a:bodyPr/>
        <a:lstStyle/>
        <a:p>
          <a:pPr algn="l"/>
          <a:r>
            <a:rPr lang="vi-VN" b="0" dirty="0">
              <a:solidFill>
                <a:srgbClr val="002060"/>
              </a:solidFill>
              <a:effectLst>
                <a:glow rad="63500">
                  <a:schemeClr val="accent4">
                    <a:satMod val="175000"/>
                    <a:alpha val="40000"/>
                  </a:schemeClr>
                </a:glow>
                <a:reflection blurRad="6350" stA="55000" endA="300" endPos="45500" dir="5400000" sy="-100000" algn="bl" rotWithShape="0"/>
              </a:effectLst>
              <a:latin typeface="+mj-lt"/>
            </a:rPr>
            <a:t> </a:t>
          </a:r>
          <a:endParaRPr lang="en-US" b="0" dirty="0">
            <a:solidFill>
              <a:srgbClr val="002060"/>
            </a:solidFill>
            <a:effectLst>
              <a:glow rad="63500">
                <a:schemeClr val="accent4">
                  <a:satMod val="175000"/>
                  <a:alpha val="40000"/>
                </a:schemeClr>
              </a:glow>
              <a:reflection blurRad="6350" stA="55000" endA="300" endPos="45500" dir="5400000" sy="-100000" algn="bl" rotWithShape="0"/>
            </a:effectLst>
            <a:latin typeface="+mj-lt"/>
          </a:endParaRPr>
        </a:p>
      </dgm:t>
    </dgm:pt>
    <dgm:pt modelId="{8F420639-215A-466A-BD3D-9EE467F4CB51}" type="parTrans" cxnId="{E61BFA19-E200-4217-94F7-1E8658317AAB}">
      <dgm:prSet/>
      <dgm:spPr/>
      <dgm:t>
        <a:bodyPr/>
        <a:lstStyle/>
        <a:p>
          <a:endParaRPr lang="en-US"/>
        </a:p>
      </dgm:t>
    </dgm:pt>
    <dgm:pt modelId="{153D8998-209F-4A51-A17D-2974EB046C29}" type="sibTrans" cxnId="{E61BFA19-E200-4217-94F7-1E8658317AAB}">
      <dgm:prSet/>
      <dgm:spPr/>
      <dgm:t>
        <a:bodyPr/>
        <a:lstStyle/>
        <a:p>
          <a:endParaRPr lang="en-US"/>
        </a:p>
      </dgm:t>
    </dgm:pt>
    <dgm:pt modelId="{D13EA12C-57F7-4C37-9F2B-063809E4C4F5}">
      <dgm:prSet phldrT="[Text]" custT="1"/>
      <dgm:spPr/>
      <dgm:t>
        <a:bodyPr/>
        <a:lstStyle/>
        <a:p>
          <a:pPr marL="285750" lvl="1" indent="-285750" algn="l" defTabSz="1600200">
            <a:lnSpc>
              <a:spcPct val="90000"/>
            </a:lnSpc>
            <a:spcBef>
              <a:spcPct val="0"/>
            </a:spcBef>
            <a:spcAft>
              <a:spcPct val="15000"/>
            </a:spcAft>
            <a:buChar char="•"/>
          </a:pPr>
          <a:r>
            <a:rPr lang="vi-VN"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rPr>
            <a:t>Quản lý bán hàng</a:t>
          </a:r>
          <a:endParaRPr lang="en-US"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endParaRPr>
        </a:p>
      </dgm:t>
    </dgm:pt>
    <dgm:pt modelId="{52051AE4-8084-4E14-86B0-42347B3ABFB1}" type="parTrans" cxnId="{920179BC-B148-4032-B796-F6DECE225C1C}">
      <dgm:prSet/>
      <dgm:spPr/>
      <dgm:t>
        <a:bodyPr/>
        <a:lstStyle/>
        <a:p>
          <a:endParaRPr lang="en-US"/>
        </a:p>
      </dgm:t>
    </dgm:pt>
    <dgm:pt modelId="{6BE42257-14DE-467F-B4FA-14564B3DFA90}" type="sibTrans" cxnId="{920179BC-B148-4032-B796-F6DECE225C1C}">
      <dgm:prSet/>
      <dgm:spPr/>
      <dgm:t>
        <a:bodyPr/>
        <a:lstStyle/>
        <a:p>
          <a:endParaRPr lang="en-US"/>
        </a:p>
      </dgm:t>
    </dgm:pt>
    <dgm:pt modelId="{F387C368-AC53-4F2D-816A-8947A782297F}">
      <dgm:prSet phldrT="[Text]"/>
      <dgm:spPr>
        <a:solidFill>
          <a:schemeClr val="bg2">
            <a:lumMod val="50000"/>
          </a:schemeClr>
        </a:solidFill>
        <a:ln>
          <a:solidFill>
            <a:srgbClr val="FFC000"/>
          </a:solidFill>
        </a:ln>
      </dgm:spPr>
      <dgm:t>
        <a:bodyPr/>
        <a:lstStyle/>
        <a:p>
          <a:pPr algn="l"/>
          <a:endParaRPr lang="en-US" b="0" dirty="0">
            <a:solidFill>
              <a:srgbClr val="002060"/>
            </a:solidFill>
            <a:effectLst>
              <a:glow rad="63500">
                <a:schemeClr val="accent4">
                  <a:satMod val="175000"/>
                  <a:alpha val="40000"/>
                </a:schemeClr>
              </a:glow>
              <a:reflection blurRad="6350" stA="55000" endA="300" endPos="45500" dir="5400000" sy="-100000" algn="bl" rotWithShape="0"/>
            </a:effectLst>
            <a:latin typeface="+mj-lt"/>
          </a:endParaRPr>
        </a:p>
      </dgm:t>
    </dgm:pt>
    <dgm:pt modelId="{AF3081A8-6532-4E87-AFE4-441EB532FE42}" type="parTrans" cxnId="{22851FCB-F72B-43C5-B9B4-E8401BD1344F}">
      <dgm:prSet/>
      <dgm:spPr/>
      <dgm:t>
        <a:bodyPr/>
        <a:lstStyle/>
        <a:p>
          <a:endParaRPr lang="en-US"/>
        </a:p>
      </dgm:t>
    </dgm:pt>
    <dgm:pt modelId="{9FC4AB03-DBEB-4E0D-A616-7D6134230A20}" type="sibTrans" cxnId="{22851FCB-F72B-43C5-B9B4-E8401BD1344F}">
      <dgm:prSet/>
      <dgm:spPr/>
      <dgm:t>
        <a:bodyPr/>
        <a:lstStyle/>
        <a:p>
          <a:endParaRPr lang="en-US"/>
        </a:p>
      </dgm:t>
    </dgm:pt>
    <dgm:pt modelId="{EAABB5CE-6D63-4431-94AF-7F3A3326E195}">
      <dgm:prSet phldrT="[Text]"/>
      <dgm:spPr>
        <a:solidFill>
          <a:schemeClr val="bg2">
            <a:lumMod val="50000"/>
          </a:schemeClr>
        </a:solidFill>
        <a:ln>
          <a:solidFill>
            <a:srgbClr val="FFC000"/>
          </a:solidFill>
        </a:ln>
      </dgm:spPr>
      <dgm:t>
        <a:bodyPr/>
        <a:lstStyle/>
        <a:p>
          <a:pPr algn="l"/>
          <a:r>
            <a:rPr lang="vi-VN" b="0" dirty="0">
              <a:solidFill>
                <a:srgbClr val="002060"/>
              </a:solidFill>
              <a:effectLst>
                <a:glow rad="63500">
                  <a:schemeClr val="accent4">
                    <a:satMod val="175000"/>
                    <a:alpha val="40000"/>
                  </a:schemeClr>
                </a:glow>
                <a:reflection blurRad="6350" stA="55000" endA="300" endPos="45500" dir="5400000" sy="-100000" algn="bl" rotWithShape="0"/>
              </a:effectLst>
              <a:latin typeface="+mj-lt"/>
            </a:rPr>
            <a:t> </a:t>
          </a:r>
          <a:endParaRPr lang="en-US" b="0" dirty="0">
            <a:solidFill>
              <a:srgbClr val="002060"/>
            </a:solidFill>
            <a:effectLst>
              <a:glow rad="63500">
                <a:schemeClr val="accent4">
                  <a:satMod val="175000"/>
                  <a:alpha val="40000"/>
                </a:schemeClr>
              </a:glow>
              <a:reflection blurRad="6350" stA="55000" endA="300" endPos="45500" dir="5400000" sy="-100000" algn="bl" rotWithShape="0"/>
            </a:effectLst>
            <a:latin typeface="+mj-lt"/>
          </a:endParaRPr>
        </a:p>
      </dgm:t>
    </dgm:pt>
    <dgm:pt modelId="{CB9DB9C6-1186-4050-8974-4B6430B64864}" type="parTrans" cxnId="{AED81AB3-7FAD-4356-AB65-ED435D57D9AA}">
      <dgm:prSet/>
      <dgm:spPr/>
      <dgm:t>
        <a:bodyPr/>
        <a:lstStyle/>
        <a:p>
          <a:endParaRPr lang="en-US"/>
        </a:p>
      </dgm:t>
    </dgm:pt>
    <dgm:pt modelId="{3C4622AB-6CAC-4B49-85E8-C60EFF8EB391}" type="sibTrans" cxnId="{AED81AB3-7FAD-4356-AB65-ED435D57D9AA}">
      <dgm:prSet/>
      <dgm:spPr/>
      <dgm:t>
        <a:bodyPr/>
        <a:lstStyle/>
        <a:p>
          <a:endParaRPr lang="en-US"/>
        </a:p>
      </dgm:t>
    </dgm:pt>
    <dgm:pt modelId="{5F09374D-F11B-481F-AF0C-3AD59C09E40B}">
      <dgm:prSet phldrT="[Text]"/>
      <dgm:spPr>
        <a:solidFill>
          <a:schemeClr val="bg2">
            <a:lumMod val="50000"/>
          </a:schemeClr>
        </a:solidFill>
        <a:ln>
          <a:solidFill>
            <a:srgbClr val="FFC000"/>
          </a:solidFill>
        </a:ln>
      </dgm:spPr>
      <dgm:t>
        <a:bodyPr/>
        <a:lstStyle/>
        <a:p>
          <a:pPr algn="l"/>
          <a:r>
            <a:rPr lang="vi-VN" b="0" dirty="0">
              <a:solidFill>
                <a:srgbClr val="002060"/>
              </a:solidFill>
              <a:effectLst>
                <a:glow rad="63500">
                  <a:schemeClr val="accent4">
                    <a:satMod val="175000"/>
                    <a:alpha val="40000"/>
                  </a:schemeClr>
                </a:glow>
                <a:reflection blurRad="6350" stA="55000" endA="300" endPos="45500" dir="5400000" sy="-100000" algn="bl" rotWithShape="0"/>
              </a:effectLst>
              <a:latin typeface="+mj-lt"/>
            </a:rPr>
            <a:t> </a:t>
          </a:r>
          <a:endParaRPr lang="en-US" b="0" dirty="0">
            <a:solidFill>
              <a:srgbClr val="002060"/>
            </a:solidFill>
            <a:effectLst>
              <a:glow rad="63500">
                <a:schemeClr val="accent4">
                  <a:satMod val="175000"/>
                  <a:alpha val="40000"/>
                </a:schemeClr>
              </a:glow>
              <a:reflection blurRad="6350" stA="55000" endA="300" endPos="45500" dir="5400000" sy="-100000" algn="bl" rotWithShape="0"/>
            </a:effectLst>
            <a:latin typeface="+mj-lt"/>
          </a:endParaRPr>
        </a:p>
      </dgm:t>
    </dgm:pt>
    <dgm:pt modelId="{A47A0A7D-9B71-48B5-809B-4FEBC17510D5}" type="parTrans" cxnId="{20AD1567-420E-400C-8ECB-69EC53C7789D}">
      <dgm:prSet/>
      <dgm:spPr/>
      <dgm:t>
        <a:bodyPr/>
        <a:lstStyle/>
        <a:p>
          <a:endParaRPr lang="en-US"/>
        </a:p>
      </dgm:t>
    </dgm:pt>
    <dgm:pt modelId="{4F0C3716-5710-4C52-9296-8FAEDE63D5B0}" type="sibTrans" cxnId="{20AD1567-420E-400C-8ECB-69EC53C7789D}">
      <dgm:prSet/>
      <dgm:spPr/>
      <dgm:t>
        <a:bodyPr/>
        <a:lstStyle/>
        <a:p>
          <a:endParaRPr lang="en-US"/>
        </a:p>
      </dgm:t>
    </dgm:pt>
    <dgm:pt modelId="{E52B1AFF-CA45-48BD-ACF9-603ABB872DE6}">
      <dgm:prSet custT="1"/>
      <dgm:spPr/>
      <dgm:t>
        <a:bodyPr/>
        <a:lstStyle/>
        <a:p>
          <a:pPr marL="285750" lvl="1" indent="-285750" algn="l" defTabSz="1600200">
            <a:lnSpc>
              <a:spcPct val="90000"/>
            </a:lnSpc>
            <a:spcBef>
              <a:spcPct val="0"/>
            </a:spcBef>
            <a:spcAft>
              <a:spcPct val="15000"/>
            </a:spcAft>
            <a:buChar char="•"/>
          </a:pPr>
          <a:r>
            <a:rPr lang="vi-VN"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rPr>
            <a:t>Quản lý mua hàng</a:t>
          </a:r>
          <a:endParaRPr lang="en-US"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endParaRPr>
        </a:p>
      </dgm:t>
    </dgm:pt>
    <dgm:pt modelId="{C2CADBAE-3A79-4C71-9E4E-4B7F4F562245}" type="parTrans" cxnId="{C0A7F2BD-F612-4197-A8C6-2C802A604217}">
      <dgm:prSet/>
      <dgm:spPr/>
      <dgm:t>
        <a:bodyPr/>
        <a:lstStyle/>
        <a:p>
          <a:endParaRPr lang="en-US"/>
        </a:p>
      </dgm:t>
    </dgm:pt>
    <dgm:pt modelId="{647E18C9-D486-41EE-AFD2-91D75234DD0C}" type="sibTrans" cxnId="{C0A7F2BD-F612-4197-A8C6-2C802A604217}">
      <dgm:prSet/>
      <dgm:spPr/>
      <dgm:t>
        <a:bodyPr/>
        <a:lstStyle/>
        <a:p>
          <a:endParaRPr lang="en-US"/>
        </a:p>
      </dgm:t>
    </dgm:pt>
    <dgm:pt modelId="{3A1B9C54-9DF8-4CFE-B33A-D82407AB0EEE}">
      <dgm:prSet custT="1"/>
      <dgm:spPr/>
      <dgm:t>
        <a:bodyPr/>
        <a:lstStyle/>
        <a:p>
          <a:pPr marL="285750" lvl="1" indent="-285750" algn="l" defTabSz="1600200">
            <a:lnSpc>
              <a:spcPct val="90000"/>
            </a:lnSpc>
            <a:spcBef>
              <a:spcPct val="0"/>
            </a:spcBef>
            <a:spcAft>
              <a:spcPct val="15000"/>
            </a:spcAft>
            <a:buChar char="•"/>
          </a:pPr>
          <a:r>
            <a:rPr lang="vi-VN"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rPr>
            <a:t>Quản lý kho</a:t>
          </a:r>
          <a:endParaRPr lang="en-US"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endParaRPr>
        </a:p>
      </dgm:t>
    </dgm:pt>
    <dgm:pt modelId="{803A03F0-21BE-4FE3-B1D5-A3694C248C3C}" type="parTrans" cxnId="{57F5379B-A975-4D90-ADB7-82BFD9B003A1}">
      <dgm:prSet/>
      <dgm:spPr/>
      <dgm:t>
        <a:bodyPr/>
        <a:lstStyle/>
        <a:p>
          <a:endParaRPr lang="en-US"/>
        </a:p>
      </dgm:t>
    </dgm:pt>
    <dgm:pt modelId="{74A92F16-4476-4CDB-A5D4-EDEF75A5B5F4}" type="sibTrans" cxnId="{57F5379B-A975-4D90-ADB7-82BFD9B003A1}">
      <dgm:prSet/>
      <dgm:spPr/>
      <dgm:t>
        <a:bodyPr/>
        <a:lstStyle/>
        <a:p>
          <a:endParaRPr lang="en-US"/>
        </a:p>
      </dgm:t>
    </dgm:pt>
    <dgm:pt modelId="{22FB3975-CA86-468C-8A60-0CBC2B09DD5E}">
      <dgm:prSet custT="1"/>
      <dgm:spPr/>
      <dgm:t>
        <a:bodyPr/>
        <a:lstStyle/>
        <a:p>
          <a:pPr marL="285750" lvl="1" indent="-285750" algn="l" defTabSz="1600200">
            <a:lnSpc>
              <a:spcPct val="90000"/>
            </a:lnSpc>
            <a:spcBef>
              <a:spcPct val="0"/>
            </a:spcBef>
            <a:spcAft>
              <a:spcPct val="15000"/>
            </a:spcAft>
            <a:buChar char="•"/>
          </a:pPr>
          <a:r>
            <a:rPr lang="vi-VN"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rPr>
            <a:t>Quản lý tài chính</a:t>
          </a:r>
          <a:endParaRPr lang="en-US"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endParaRPr>
        </a:p>
      </dgm:t>
    </dgm:pt>
    <dgm:pt modelId="{4E1EC702-B6AB-49BB-995E-9585F6AB0743}" type="parTrans" cxnId="{1968713B-FF6C-41A7-909F-7EFD20AE61BC}">
      <dgm:prSet/>
      <dgm:spPr/>
      <dgm:t>
        <a:bodyPr/>
        <a:lstStyle/>
        <a:p>
          <a:endParaRPr lang="en-US"/>
        </a:p>
      </dgm:t>
    </dgm:pt>
    <dgm:pt modelId="{4D31C30A-CE12-4D73-9A19-DE12AC520DFF}" type="sibTrans" cxnId="{1968713B-FF6C-41A7-909F-7EFD20AE61BC}">
      <dgm:prSet/>
      <dgm:spPr/>
      <dgm:t>
        <a:bodyPr/>
        <a:lstStyle/>
        <a:p>
          <a:endParaRPr lang="en-US"/>
        </a:p>
      </dgm:t>
    </dgm:pt>
    <dgm:pt modelId="{52FC6FE3-66FD-4461-A509-614D720AF53B}">
      <dgm:prSet custT="1"/>
      <dgm:spPr/>
      <dgm:t>
        <a:bodyPr/>
        <a:lstStyle/>
        <a:p>
          <a:pPr marL="285750" lvl="1" indent="-285750" algn="l" defTabSz="1600200">
            <a:lnSpc>
              <a:spcPct val="90000"/>
            </a:lnSpc>
            <a:spcBef>
              <a:spcPct val="0"/>
            </a:spcBef>
            <a:spcAft>
              <a:spcPct val="15000"/>
            </a:spcAft>
            <a:buChar char="•"/>
          </a:pPr>
          <a:r>
            <a:rPr lang="vi-VN"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rPr>
            <a:t>Quản lý sản xuất</a:t>
          </a:r>
          <a:endParaRPr lang="en-US"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endParaRPr>
        </a:p>
      </dgm:t>
    </dgm:pt>
    <dgm:pt modelId="{BDCDF82F-8A12-4DC4-B327-C6916BA82CDE}" type="parTrans" cxnId="{0215274D-CC92-4FE1-82AE-514FE3DE5625}">
      <dgm:prSet/>
      <dgm:spPr/>
      <dgm:t>
        <a:bodyPr/>
        <a:lstStyle/>
        <a:p>
          <a:endParaRPr lang="en-US"/>
        </a:p>
      </dgm:t>
    </dgm:pt>
    <dgm:pt modelId="{089CBEBB-FA91-4498-8870-8EEF72B56921}" type="sibTrans" cxnId="{0215274D-CC92-4FE1-82AE-514FE3DE5625}">
      <dgm:prSet/>
      <dgm:spPr/>
      <dgm:t>
        <a:bodyPr/>
        <a:lstStyle/>
        <a:p>
          <a:endParaRPr lang="en-US"/>
        </a:p>
      </dgm:t>
    </dgm:pt>
    <dgm:pt modelId="{862C072A-8E71-4106-A1EF-13E2A6AE8CCF}">
      <dgm:prSet phldrT="[Text]"/>
      <dgm:spPr>
        <a:solidFill>
          <a:schemeClr val="bg2">
            <a:lumMod val="50000"/>
          </a:schemeClr>
        </a:solidFill>
        <a:ln>
          <a:solidFill>
            <a:srgbClr val="FFC000"/>
          </a:solidFill>
        </a:ln>
      </dgm:spPr>
      <dgm:t>
        <a:bodyPr/>
        <a:lstStyle/>
        <a:p>
          <a:pPr algn="l"/>
          <a:r>
            <a:rPr lang="vi-VN" b="0" dirty="0">
              <a:solidFill>
                <a:srgbClr val="002060"/>
              </a:solidFill>
              <a:effectLst>
                <a:glow rad="63500">
                  <a:schemeClr val="accent4">
                    <a:satMod val="175000"/>
                    <a:alpha val="40000"/>
                  </a:schemeClr>
                </a:glow>
                <a:reflection blurRad="6350" stA="55000" endA="300" endPos="45500" dir="5400000" sy="-100000" algn="bl" rotWithShape="0"/>
              </a:effectLst>
              <a:latin typeface="+mj-lt"/>
            </a:rPr>
            <a:t> </a:t>
          </a:r>
          <a:endParaRPr lang="en-US" b="0" dirty="0">
            <a:solidFill>
              <a:srgbClr val="002060"/>
            </a:solidFill>
            <a:effectLst>
              <a:glow rad="63500">
                <a:schemeClr val="accent4">
                  <a:satMod val="175000"/>
                  <a:alpha val="40000"/>
                </a:schemeClr>
              </a:glow>
              <a:reflection blurRad="6350" stA="55000" endA="300" endPos="45500" dir="5400000" sy="-100000" algn="bl" rotWithShape="0"/>
            </a:effectLst>
            <a:latin typeface="+mj-lt"/>
          </a:endParaRPr>
        </a:p>
      </dgm:t>
    </dgm:pt>
    <dgm:pt modelId="{63BB5FE2-5459-4D1C-8E51-A51F6FFD439B}" type="sibTrans" cxnId="{CDB51260-7C78-4E09-A350-74CF547C6052}">
      <dgm:prSet/>
      <dgm:spPr/>
      <dgm:t>
        <a:bodyPr/>
        <a:lstStyle/>
        <a:p>
          <a:endParaRPr lang="en-US"/>
        </a:p>
      </dgm:t>
    </dgm:pt>
    <dgm:pt modelId="{9700C548-D377-47BF-8725-C65CEA253ADA}" type="parTrans" cxnId="{CDB51260-7C78-4E09-A350-74CF547C6052}">
      <dgm:prSet/>
      <dgm:spPr/>
      <dgm:t>
        <a:bodyPr/>
        <a:lstStyle/>
        <a:p>
          <a:endParaRPr lang="en-US"/>
        </a:p>
      </dgm:t>
    </dgm:pt>
    <dgm:pt modelId="{BF0C6BDB-4935-4138-9CDF-E3E4B90A92B1}" type="pres">
      <dgm:prSet presAssocID="{D3196C18-344E-43F6-B876-2650BD656F91}" presName="linearFlow" presStyleCnt="0">
        <dgm:presLayoutVars>
          <dgm:dir/>
          <dgm:animLvl val="lvl"/>
          <dgm:resizeHandles val="exact"/>
        </dgm:presLayoutVars>
      </dgm:prSet>
      <dgm:spPr/>
    </dgm:pt>
    <dgm:pt modelId="{544BE7EC-E004-4A5D-8B5D-4EE8731258DF}" type="pres">
      <dgm:prSet presAssocID="{B94CFA66-2286-4BB6-9EB6-0314FD99F68D}" presName="composite" presStyleCnt="0"/>
      <dgm:spPr/>
    </dgm:pt>
    <dgm:pt modelId="{262558A4-BDBB-403D-ADF9-A212687DEA1A}" type="pres">
      <dgm:prSet presAssocID="{B94CFA66-2286-4BB6-9EB6-0314FD99F68D}" presName="parentText" presStyleLbl="alignNode1" presStyleIdx="0" presStyleCnt="5">
        <dgm:presLayoutVars>
          <dgm:chMax val="1"/>
          <dgm:bulletEnabled val="1"/>
        </dgm:presLayoutVars>
      </dgm:prSet>
      <dgm:spPr/>
    </dgm:pt>
    <dgm:pt modelId="{8D5E1D58-F297-4D9A-BF92-98314727BA02}" type="pres">
      <dgm:prSet presAssocID="{B94CFA66-2286-4BB6-9EB6-0314FD99F68D}" presName="descendantText" presStyleLbl="alignAcc1" presStyleIdx="0" presStyleCnt="5">
        <dgm:presLayoutVars>
          <dgm:bulletEnabled val="1"/>
        </dgm:presLayoutVars>
      </dgm:prSet>
      <dgm:spPr/>
    </dgm:pt>
    <dgm:pt modelId="{30EE6681-EF50-4281-9D4A-FAF6D0ADDBA8}" type="pres">
      <dgm:prSet presAssocID="{153D8998-209F-4A51-A17D-2974EB046C29}" presName="sp" presStyleCnt="0"/>
      <dgm:spPr/>
    </dgm:pt>
    <dgm:pt modelId="{929DB4D3-F8A3-406D-8FF1-C1C2F2D19CDE}" type="pres">
      <dgm:prSet presAssocID="{F387C368-AC53-4F2D-816A-8947A782297F}" presName="composite" presStyleCnt="0"/>
      <dgm:spPr/>
    </dgm:pt>
    <dgm:pt modelId="{AEC2C9DC-9267-4D7E-8C88-BFD44F221022}" type="pres">
      <dgm:prSet presAssocID="{F387C368-AC53-4F2D-816A-8947A782297F}" presName="parentText" presStyleLbl="alignNode1" presStyleIdx="1" presStyleCnt="5">
        <dgm:presLayoutVars>
          <dgm:chMax val="1"/>
          <dgm:bulletEnabled val="1"/>
        </dgm:presLayoutVars>
      </dgm:prSet>
      <dgm:spPr/>
    </dgm:pt>
    <dgm:pt modelId="{8FE03D91-6561-4894-AA28-26829C974AB6}" type="pres">
      <dgm:prSet presAssocID="{F387C368-AC53-4F2D-816A-8947A782297F}" presName="descendantText" presStyleLbl="alignAcc1" presStyleIdx="1" presStyleCnt="5">
        <dgm:presLayoutVars>
          <dgm:bulletEnabled val="1"/>
        </dgm:presLayoutVars>
      </dgm:prSet>
      <dgm:spPr/>
    </dgm:pt>
    <dgm:pt modelId="{5F82169E-90FC-458B-A61F-DB00A6F3841B}" type="pres">
      <dgm:prSet presAssocID="{9FC4AB03-DBEB-4E0D-A616-7D6134230A20}" presName="sp" presStyleCnt="0"/>
      <dgm:spPr/>
    </dgm:pt>
    <dgm:pt modelId="{CA3F4E19-C450-432F-8E4D-1CC04E3215E9}" type="pres">
      <dgm:prSet presAssocID="{862C072A-8E71-4106-A1EF-13E2A6AE8CCF}" presName="composite" presStyleCnt="0"/>
      <dgm:spPr/>
    </dgm:pt>
    <dgm:pt modelId="{FCBA071D-3A22-4048-AAEA-2DD982B43322}" type="pres">
      <dgm:prSet presAssocID="{862C072A-8E71-4106-A1EF-13E2A6AE8CCF}" presName="parentText" presStyleLbl="alignNode1" presStyleIdx="2" presStyleCnt="5">
        <dgm:presLayoutVars>
          <dgm:chMax val="1"/>
          <dgm:bulletEnabled val="1"/>
        </dgm:presLayoutVars>
      </dgm:prSet>
      <dgm:spPr/>
    </dgm:pt>
    <dgm:pt modelId="{3C29E18D-5EDB-4727-95DD-23758643925A}" type="pres">
      <dgm:prSet presAssocID="{862C072A-8E71-4106-A1EF-13E2A6AE8CCF}" presName="descendantText" presStyleLbl="alignAcc1" presStyleIdx="2" presStyleCnt="5">
        <dgm:presLayoutVars>
          <dgm:bulletEnabled val="1"/>
        </dgm:presLayoutVars>
      </dgm:prSet>
      <dgm:spPr/>
    </dgm:pt>
    <dgm:pt modelId="{7FFB1F7F-C125-4E24-B23C-5C4A850ADAFA}" type="pres">
      <dgm:prSet presAssocID="{63BB5FE2-5459-4D1C-8E51-A51F6FFD439B}" presName="sp" presStyleCnt="0"/>
      <dgm:spPr/>
    </dgm:pt>
    <dgm:pt modelId="{55EA91E2-9E55-4566-82D4-FC20B1E9CBAE}" type="pres">
      <dgm:prSet presAssocID="{EAABB5CE-6D63-4431-94AF-7F3A3326E195}" presName="composite" presStyleCnt="0"/>
      <dgm:spPr/>
    </dgm:pt>
    <dgm:pt modelId="{15C240F4-AE97-49E6-BF4F-F88AA69A0417}" type="pres">
      <dgm:prSet presAssocID="{EAABB5CE-6D63-4431-94AF-7F3A3326E195}" presName="parentText" presStyleLbl="alignNode1" presStyleIdx="3" presStyleCnt="5">
        <dgm:presLayoutVars>
          <dgm:chMax val="1"/>
          <dgm:bulletEnabled val="1"/>
        </dgm:presLayoutVars>
      </dgm:prSet>
      <dgm:spPr/>
    </dgm:pt>
    <dgm:pt modelId="{D989E16C-0820-4752-A40E-6DCA344F7C40}" type="pres">
      <dgm:prSet presAssocID="{EAABB5CE-6D63-4431-94AF-7F3A3326E195}" presName="descendantText" presStyleLbl="alignAcc1" presStyleIdx="3" presStyleCnt="5">
        <dgm:presLayoutVars>
          <dgm:bulletEnabled val="1"/>
        </dgm:presLayoutVars>
      </dgm:prSet>
      <dgm:spPr/>
    </dgm:pt>
    <dgm:pt modelId="{F5976952-205F-439F-90E0-FB0E5298433C}" type="pres">
      <dgm:prSet presAssocID="{3C4622AB-6CAC-4B49-85E8-C60EFF8EB391}" presName="sp" presStyleCnt="0"/>
      <dgm:spPr/>
    </dgm:pt>
    <dgm:pt modelId="{CF4EBF93-0094-4F05-A022-1F536C00D6F6}" type="pres">
      <dgm:prSet presAssocID="{5F09374D-F11B-481F-AF0C-3AD59C09E40B}" presName="composite" presStyleCnt="0"/>
      <dgm:spPr/>
    </dgm:pt>
    <dgm:pt modelId="{6AC7A0E9-10BB-4FDE-8DCC-C65E359628A8}" type="pres">
      <dgm:prSet presAssocID="{5F09374D-F11B-481F-AF0C-3AD59C09E40B}" presName="parentText" presStyleLbl="alignNode1" presStyleIdx="4" presStyleCnt="5">
        <dgm:presLayoutVars>
          <dgm:chMax val="1"/>
          <dgm:bulletEnabled val="1"/>
        </dgm:presLayoutVars>
      </dgm:prSet>
      <dgm:spPr/>
    </dgm:pt>
    <dgm:pt modelId="{3C2B1AA7-95C0-4621-955D-6E3658A358FF}" type="pres">
      <dgm:prSet presAssocID="{5F09374D-F11B-481F-AF0C-3AD59C09E40B}" presName="descendantText" presStyleLbl="alignAcc1" presStyleIdx="4" presStyleCnt="5">
        <dgm:presLayoutVars>
          <dgm:bulletEnabled val="1"/>
        </dgm:presLayoutVars>
      </dgm:prSet>
      <dgm:spPr/>
    </dgm:pt>
  </dgm:ptLst>
  <dgm:cxnLst>
    <dgm:cxn modelId="{FB166D05-E2F1-4335-8B20-1B27D3605062}" type="presOf" srcId="{D3196C18-344E-43F6-B876-2650BD656F91}" destId="{BF0C6BDB-4935-4138-9CDF-E3E4B90A92B1}" srcOrd="0" destOrd="0" presId="urn:microsoft.com/office/officeart/2005/8/layout/chevron2"/>
    <dgm:cxn modelId="{E61BFA19-E200-4217-94F7-1E8658317AAB}" srcId="{D3196C18-344E-43F6-B876-2650BD656F91}" destId="{B94CFA66-2286-4BB6-9EB6-0314FD99F68D}" srcOrd="0" destOrd="0" parTransId="{8F420639-215A-466A-BD3D-9EE467F4CB51}" sibTransId="{153D8998-209F-4A51-A17D-2974EB046C29}"/>
    <dgm:cxn modelId="{AD9E5425-50F2-48A5-956A-973EB404BD18}" type="presOf" srcId="{B94CFA66-2286-4BB6-9EB6-0314FD99F68D}" destId="{262558A4-BDBB-403D-ADF9-A212687DEA1A}" srcOrd="0" destOrd="0" presId="urn:microsoft.com/office/officeart/2005/8/layout/chevron2"/>
    <dgm:cxn modelId="{1968713B-FF6C-41A7-909F-7EFD20AE61BC}" srcId="{5F09374D-F11B-481F-AF0C-3AD59C09E40B}" destId="{22FB3975-CA86-468C-8A60-0CBC2B09DD5E}" srcOrd="0" destOrd="0" parTransId="{4E1EC702-B6AB-49BB-995E-9585F6AB0743}" sibTransId="{4D31C30A-CE12-4D73-9A19-DE12AC520DFF}"/>
    <dgm:cxn modelId="{120E203C-1AF2-4FF8-8E7A-09A8DDCC3164}" type="presOf" srcId="{F387C368-AC53-4F2D-816A-8947A782297F}" destId="{AEC2C9DC-9267-4D7E-8C88-BFD44F221022}" srcOrd="0" destOrd="0" presId="urn:microsoft.com/office/officeart/2005/8/layout/chevron2"/>
    <dgm:cxn modelId="{CDB51260-7C78-4E09-A350-74CF547C6052}" srcId="{D3196C18-344E-43F6-B876-2650BD656F91}" destId="{862C072A-8E71-4106-A1EF-13E2A6AE8CCF}" srcOrd="2" destOrd="0" parTransId="{9700C548-D377-47BF-8725-C65CEA253ADA}" sibTransId="{63BB5FE2-5459-4D1C-8E51-A51F6FFD439B}"/>
    <dgm:cxn modelId="{20AD1567-420E-400C-8ECB-69EC53C7789D}" srcId="{D3196C18-344E-43F6-B876-2650BD656F91}" destId="{5F09374D-F11B-481F-AF0C-3AD59C09E40B}" srcOrd="4" destOrd="0" parTransId="{A47A0A7D-9B71-48B5-809B-4FEBC17510D5}" sibTransId="{4F0C3716-5710-4C52-9296-8FAEDE63D5B0}"/>
    <dgm:cxn modelId="{227E6549-D7CF-4698-B448-E0E6CA2FEF5C}" type="presOf" srcId="{5F09374D-F11B-481F-AF0C-3AD59C09E40B}" destId="{6AC7A0E9-10BB-4FDE-8DCC-C65E359628A8}" srcOrd="0" destOrd="0" presId="urn:microsoft.com/office/officeart/2005/8/layout/chevron2"/>
    <dgm:cxn modelId="{F8D5E06B-1A03-465E-887A-AA245EE7AF6B}" type="presOf" srcId="{862C072A-8E71-4106-A1EF-13E2A6AE8CCF}" destId="{FCBA071D-3A22-4048-AAEA-2DD982B43322}" srcOrd="0" destOrd="0" presId="urn:microsoft.com/office/officeart/2005/8/layout/chevron2"/>
    <dgm:cxn modelId="{0215274D-CC92-4FE1-82AE-514FE3DE5625}" srcId="{EAABB5CE-6D63-4431-94AF-7F3A3326E195}" destId="{52FC6FE3-66FD-4461-A509-614D720AF53B}" srcOrd="0" destOrd="0" parTransId="{BDCDF82F-8A12-4DC4-B327-C6916BA82CDE}" sibTransId="{089CBEBB-FA91-4498-8870-8EEF72B56921}"/>
    <dgm:cxn modelId="{37BC684F-CF07-461B-BD37-92A5149F11CF}" type="presOf" srcId="{22FB3975-CA86-468C-8A60-0CBC2B09DD5E}" destId="{3C2B1AA7-95C0-4621-955D-6E3658A358FF}" srcOrd="0" destOrd="0" presId="urn:microsoft.com/office/officeart/2005/8/layout/chevron2"/>
    <dgm:cxn modelId="{8D895C53-6F48-47DE-B687-D48F2EFA907A}" type="presOf" srcId="{52FC6FE3-66FD-4461-A509-614D720AF53B}" destId="{D989E16C-0820-4752-A40E-6DCA344F7C40}" srcOrd="0" destOrd="0" presId="urn:microsoft.com/office/officeart/2005/8/layout/chevron2"/>
    <dgm:cxn modelId="{57F5379B-A975-4D90-ADB7-82BFD9B003A1}" srcId="{862C072A-8E71-4106-A1EF-13E2A6AE8CCF}" destId="{3A1B9C54-9DF8-4CFE-B33A-D82407AB0EEE}" srcOrd="0" destOrd="0" parTransId="{803A03F0-21BE-4FE3-B1D5-A3694C248C3C}" sibTransId="{74A92F16-4476-4CDB-A5D4-EDEF75A5B5F4}"/>
    <dgm:cxn modelId="{3378C79D-7A0B-4E3F-A6FC-D4C12CE1028D}" type="presOf" srcId="{EAABB5CE-6D63-4431-94AF-7F3A3326E195}" destId="{15C240F4-AE97-49E6-BF4F-F88AA69A0417}" srcOrd="0" destOrd="0" presId="urn:microsoft.com/office/officeart/2005/8/layout/chevron2"/>
    <dgm:cxn modelId="{D9E2C8AD-89A5-48E1-84A5-995B84F078D7}" type="presOf" srcId="{3A1B9C54-9DF8-4CFE-B33A-D82407AB0EEE}" destId="{3C29E18D-5EDB-4727-95DD-23758643925A}" srcOrd="0" destOrd="0" presId="urn:microsoft.com/office/officeart/2005/8/layout/chevron2"/>
    <dgm:cxn modelId="{AED81AB3-7FAD-4356-AB65-ED435D57D9AA}" srcId="{D3196C18-344E-43F6-B876-2650BD656F91}" destId="{EAABB5CE-6D63-4431-94AF-7F3A3326E195}" srcOrd="3" destOrd="0" parTransId="{CB9DB9C6-1186-4050-8974-4B6430B64864}" sibTransId="{3C4622AB-6CAC-4B49-85E8-C60EFF8EB391}"/>
    <dgm:cxn modelId="{920179BC-B148-4032-B796-F6DECE225C1C}" srcId="{B94CFA66-2286-4BB6-9EB6-0314FD99F68D}" destId="{D13EA12C-57F7-4C37-9F2B-063809E4C4F5}" srcOrd="0" destOrd="0" parTransId="{52051AE4-8084-4E14-86B0-42347B3ABFB1}" sibTransId="{6BE42257-14DE-467F-B4FA-14564B3DFA90}"/>
    <dgm:cxn modelId="{C0A7F2BD-F612-4197-A8C6-2C802A604217}" srcId="{F387C368-AC53-4F2D-816A-8947A782297F}" destId="{E52B1AFF-CA45-48BD-ACF9-603ABB872DE6}" srcOrd="0" destOrd="0" parTransId="{C2CADBAE-3A79-4C71-9E4E-4B7F4F562245}" sibTransId="{647E18C9-D486-41EE-AFD2-91D75234DD0C}"/>
    <dgm:cxn modelId="{AE686DC7-9F85-4C1D-A49A-DF55DE676776}" type="presOf" srcId="{E52B1AFF-CA45-48BD-ACF9-603ABB872DE6}" destId="{8FE03D91-6561-4894-AA28-26829C974AB6}" srcOrd="0" destOrd="0" presId="urn:microsoft.com/office/officeart/2005/8/layout/chevron2"/>
    <dgm:cxn modelId="{FBFBACC7-45FC-47BB-A16E-F0C2018DF8B9}" type="presOf" srcId="{D13EA12C-57F7-4C37-9F2B-063809E4C4F5}" destId="{8D5E1D58-F297-4D9A-BF92-98314727BA02}" srcOrd="0" destOrd="0" presId="urn:microsoft.com/office/officeart/2005/8/layout/chevron2"/>
    <dgm:cxn modelId="{22851FCB-F72B-43C5-B9B4-E8401BD1344F}" srcId="{D3196C18-344E-43F6-B876-2650BD656F91}" destId="{F387C368-AC53-4F2D-816A-8947A782297F}" srcOrd="1" destOrd="0" parTransId="{AF3081A8-6532-4E87-AFE4-441EB532FE42}" sibTransId="{9FC4AB03-DBEB-4E0D-A616-7D6134230A20}"/>
    <dgm:cxn modelId="{51B6F54D-7B6E-4F3D-927D-516595696F46}" type="presParOf" srcId="{BF0C6BDB-4935-4138-9CDF-E3E4B90A92B1}" destId="{544BE7EC-E004-4A5D-8B5D-4EE8731258DF}" srcOrd="0" destOrd="0" presId="urn:microsoft.com/office/officeart/2005/8/layout/chevron2"/>
    <dgm:cxn modelId="{65BDA270-BD06-466A-BDFB-77B0EF57C766}" type="presParOf" srcId="{544BE7EC-E004-4A5D-8B5D-4EE8731258DF}" destId="{262558A4-BDBB-403D-ADF9-A212687DEA1A}" srcOrd="0" destOrd="0" presId="urn:microsoft.com/office/officeart/2005/8/layout/chevron2"/>
    <dgm:cxn modelId="{09E100F7-2E76-4029-B020-DFEDF9662F83}" type="presParOf" srcId="{544BE7EC-E004-4A5D-8B5D-4EE8731258DF}" destId="{8D5E1D58-F297-4D9A-BF92-98314727BA02}" srcOrd="1" destOrd="0" presId="urn:microsoft.com/office/officeart/2005/8/layout/chevron2"/>
    <dgm:cxn modelId="{8D68206A-970A-4720-B71B-2E4F26717220}" type="presParOf" srcId="{BF0C6BDB-4935-4138-9CDF-E3E4B90A92B1}" destId="{30EE6681-EF50-4281-9D4A-FAF6D0ADDBA8}" srcOrd="1" destOrd="0" presId="urn:microsoft.com/office/officeart/2005/8/layout/chevron2"/>
    <dgm:cxn modelId="{43AFD301-3EE5-44A1-B1A3-E54D87307283}" type="presParOf" srcId="{BF0C6BDB-4935-4138-9CDF-E3E4B90A92B1}" destId="{929DB4D3-F8A3-406D-8FF1-C1C2F2D19CDE}" srcOrd="2" destOrd="0" presId="urn:microsoft.com/office/officeart/2005/8/layout/chevron2"/>
    <dgm:cxn modelId="{DF904BAC-F0A6-40E9-8FEC-F4A5FCCDDD18}" type="presParOf" srcId="{929DB4D3-F8A3-406D-8FF1-C1C2F2D19CDE}" destId="{AEC2C9DC-9267-4D7E-8C88-BFD44F221022}" srcOrd="0" destOrd="0" presId="urn:microsoft.com/office/officeart/2005/8/layout/chevron2"/>
    <dgm:cxn modelId="{0E6DBCA0-B62D-4C09-AA99-BF4A40714E16}" type="presParOf" srcId="{929DB4D3-F8A3-406D-8FF1-C1C2F2D19CDE}" destId="{8FE03D91-6561-4894-AA28-26829C974AB6}" srcOrd="1" destOrd="0" presId="urn:microsoft.com/office/officeart/2005/8/layout/chevron2"/>
    <dgm:cxn modelId="{79EC7ED4-7913-4FB6-9122-061CDF03B9B7}" type="presParOf" srcId="{BF0C6BDB-4935-4138-9CDF-E3E4B90A92B1}" destId="{5F82169E-90FC-458B-A61F-DB00A6F3841B}" srcOrd="3" destOrd="0" presId="urn:microsoft.com/office/officeart/2005/8/layout/chevron2"/>
    <dgm:cxn modelId="{9528A0A8-DE3D-402F-866F-634797974D9B}" type="presParOf" srcId="{BF0C6BDB-4935-4138-9CDF-E3E4B90A92B1}" destId="{CA3F4E19-C450-432F-8E4D-1CC04E3215E9}" srcOrd="4" destOrd="0" presId="urn:microsoft.com/office/officeart/2005/8/layout/chevron2"/>
    <dgm:cxn modelId="{50CB9EFB-740F-475A-A423-54B9A97E36D8}" type="presParOf" srcId="{CA3F4E19-C450-432F-8E4D-1CC04E3215E9}" destId="{FCBA071D-3A22-4048-AAEA-2DD982B43322}" srcOrd="0" destOrd="0" presId="urn:microsoft.com/office/officeart/2005/8/layout/chevron2"/>
    <dgm:cxn modelId="{3AFCCB28-2869-41F9-B66B-8B0EC8650968}" type="presParOf" srcId="{CA3F4E19-C450-432F-8E4D-1CC04E3215E9}" destId="{3C29E18D-5EDB-4727-95DD-23758643925A}" srcOrd="1" destOrd="0" presId="urn:microsoft.com/office/officeart/2005/8/layout/chevron2"/>
    <dgm:cxn modelId="{C4487E03-050C-405F-B547-57DF868AE406}" type="presParOf" srcId="{BF0C6BDB-4935-4138-9CDF-E3E4B90A92B1}" destId="{7FFB1F7F-C125-4E24-B23C-5C4A850ADAFA}" srcOrd="5" destOrd="0" presId="urn:microsoft.com/office/officeart/2005/8/layout/chevron2"/>
    <dgm:cxn modelId="{D689F25C-A54B-43BD-B099-8CE21A4511BE}" type="presParOf" srcId="{BF0C6BDB-4935-4138-9CDF-E3E4B90A92B1}" destId="{55EA91E2-9E55-4566-82D4-FC20B1E9CBAE}" srcOrd="6" destOrd="0" presId="urn:microsoft.com/office/officeart/2005/8/layout/chevron2"/>
    <dgm:cxn modelId="{D63ABD3F-19BD-4F00-8B91-BC78024F0661}" type="presParOf" srcId="{55EA91E2-9E55-4566-82D4-FC20B1E9CBAE}" destId="{15C240F4-AE97-49E6-BF4F-F88AA69A0417}" srcOrd="0" destOrd="0" presId="urn:microsoft.com/office/officeart/2005/8/layout/chevron2"/>
    <dgm:cxn modelId="{F30E9C88-70BE-40FD-A2D5-B0730CCF33BB}" type="presParOf" srcId="{55EA91E2-9E55-4566-82D4-FC20B1E9CBAE}" destId="{D989E16C-0820-4752-A40E-6DCA344F7C40}" srcOrd="1" destOrd="0" presId="urn:microsoft.com/office/officeart/2005/8/layout/chevron2"/>
    <dgm:cxn modelId="{F3D55C4F-608F-4538-A795-A054ED2FED90}" type="presParOf" srcId="{BF0C6BDB-4935-4138-9CDF-E3E4B90A92B1}" destId="{F5976952-205F-439F-90E0-FB0E5298433C}" srcOrd="7" destOrd="0" presId="urn:microsoft.com/office/officeart/2005/8/layout/chevron2"/>
    <dgm:cxn modelId="{AB657B08-3894-4359-B794-A9F7D71A2CB9}" type="presParOf" srcId="{BF0C6BDB-4935-4138-9CDF-E3E4B90A92B1}" destId="{CF4EBF93-0094-4F05-A022-1F536C00D6F6}" srcOrd="8" destOrd="0" presId="urn:microsoft.com/office/officeart/2005/8/layout/chevron2"/>
    <dgm:cxn modelId="{59A212E9-226E-4121-B15A-10A915A7AA2F}" type="presParOf" srcId="{CF4EBF93-0094-4F05-A022-1F536C00D6F6}" destId="{6AC7A0E9-10BB-4FDE-8DCC-C65E359628A8}" srcOrd="0" destOrd="0" presId="urn:microsoft.com/office/officeart/2005/8/layout/chevron2"/>
    <dgm:cxn modelId="{77500D28-3D8D-46C0-9053-C3FDCE8BFDC1}" type="presParOf" srcId="{CF4EBF93-0094-4F05-A022-1F536C00D6F6}" destId="{3C2B1AA7-95C0-4621-955D-6E3658A358FF}"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4BF8A90-06E4-40F9-A5B9-6C2D4EA83F98}"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91E53AF0-F844-4B4B-B5A7-2FA2EA2543FA}">
      <dgm:prSet phldrT="[Text]"/>
      <dgm:spPr/>
      <dgm:t>
        <a:bodyPr/>
        <a:lstStyle/>
        <a:p>
          <a:r>
            <a:rPr lang="vi-VN" b="1" dirty="0">
              <a:latin typeface="Times New Roman" panose="02020603050405020304" pitchFamily="18" charset="0"/>
              <a:cs typeface="Times New Roman" panose="02020603050405020304" pitchFamily="18" charset="0"/>
            </a:rPr>
            <a:t>Đảm bảo sản xuất tối ưu và liên tục </a:t>
          </a:r>
          <a:endParaRPr lang="en-US" dirty="0">
            <a:latin typeface="Times New Roman" panose="02020603050405020304" pitchFamily="18" charset="0"/>
            <a:cs typeface="Times New Roman" panose="02020603050405020304" pitchFamily="18" charset="0"/>
          </a:endParaRPr>
        </a:p>
      </dgm:t>
    </dgm:pt>
    <dgm:pt modelId="{C6B198CD-C957-4A48-85BA-DC7FE548D168}" type="parTrans" cxnId="{CA30CA8C-938C-4123-BF9A-2D612B9B8F85}">
      <dgm:prSet/>
      <dgm:spPr/>
      <dgm:t>
        <a:bodyPr/>
        <a:lstStyle/>
        <a:p>
          <a:endParaRPr lang="en-US"/>
        </a:p>
      </dgm:t>
    </dgm:pt>
    <dgm:pt modelId="{22F33E9D-946A-4DEE-9513-62D893A34B49}" type="sibTrans" cxnId="{CA30CA8C-938C-4123-BF9A-2D612B9B8F85}">
      <dgm:prSet/>
      <dgm:spPr/>
      <dgm:t>
        <a:bodyPr/>
        <a:lstStyle/>
        <a:p>
          <a:endParaRPr lang="en-US"/>
        </a:p>
      </dgm:t>
    </dgm:pt>
    <dgm:pt modelId="{FF1E725E-07E4-46E7-A6FD-EDE0169304E3}">
      <dgm:prSet phldrT="[Text]"/>
      <dgm:spPr/>
      <dgm:t>
        <a:bodyPr/>
        <a:lstStyle/>
        <a:p>
          <a:r>
            <a:rPr lang="en-US" b="1" dirty="0" err="1">
              <a:latin typeface="Times New Roman" panose="02020603050405020304" pitchFamily="18" charset="0"/>
              <a:cs typeface="Times New Roman" panose="02020603050405020304" pitchFamily="18" charset="0"/>
            </a:rPr>
            <a:t>Tối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ưu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năng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lực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máy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móc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các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nguồn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lực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sản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xuất</a:t>
          </a:r>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dgm:t>
    </dgm:pt>
    <dgm:pt modelId="{C55A59BD-F344-4EEC-B65D-F382AB93BB55}" type="parTrans" cxnId="{5CF8B328-0096-4EEA-826A-D44D0B82CBF0}">
      <dgm:prSet/>
      <dgm:spPr/>
      <dgm:t>
        <a:bodyPr/>
        <a:lstStyle/>
        <a:p>
          <a:endParaRPr lang="en-US"/>
        </a:p>
      </dgm:t>
    </dgm:pt>
    <dgm:pt modelId="{299B20A4-8585-4960-9F1C-090D71FE72CD}" type="sibTrans" cxnId="{5CF8B328-0096-4EEA-826A-D44D0B82CBF0}">
      <dgm:prSet/>
      <dgm:spPr/>
      <dgm:t>
        <a:bodyPr/>
        <a:lstStyle/>
        <a:p>
          <a:endParaRPr lang="en-US"/>
        </a:p>
      </dgm:t>
    </dgm:pt>
    <dgm:pt modelId="{78E09EF1-3888-4673-826D-F7C9755D4244}">
      <dgm:prSet phldrT="[Text]"/>
      <dgm:spPr/>
      <dgm:t>
        <a:bodyPr/>
        <a:lstStyle/>
        <a:p>
          <a:r>
            <a:rPr lang="en-US" b="1" dirty="0" err="1">
              <a:latin typeface="Times New Roman" panose="02020603050405020304" pitchFamily="18" charset="0"/>
              <a:cs typeface="Times New Roman" panose="02020603050405020304" pitchFamily="18" charset="0"/>
            </a:rPr>
            <a:t>Tăng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khả</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năng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phối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hợp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cải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tiến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các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quy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trình</a:t>
          </a:r>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dgm:t>
    </dgm:pt>
    <dgm:pt modelId="{DD3B4C00-0A09-4B58-8D60-743563D7875F}" type="parTrans" cxnId="{42EE38F6-EA42-454F-9302-16AC7EB55CDB}">
      <dgm:prSet/>
      <dgm:spPr/>
      <dgm:t>
        <a:bodyPr/>
        <a:lstStyle/>
        <a:p>
          <a:endParaRPr lang="en-US"/>
        </a:p>
      </dgm:t>
    </dgm:pt>
    <dgm:pt modelId="{777C3FC9-6E33-4642-A94D-DD960C1451A8}" type="sibTrans" cxnId="{42EE38F6-EA42-454F-9302-16AC7EB55CDB}">
      <dgm:prSet/>
      <dgm:spPr/>
      <dgm:t>
        <a:bodyPr/>
        <a:lstStyle/>
        <a:p>
          <a:endParaRPr lang="en-US"/>
        </a:p>
      </dgm:t>
    </dgm:pt>
    <dgm:pt modelId="{D5423107-A176-494A-A623-01E1FFB56FC1}">
      <dgm:prSet phldrT="[Text]"/>
      <dgm:spPr/>
      <dgm:t>
        <a:bodyPr/>
        <a:lstStyle/>
        <a:p>
          <a:r>
            <a:rPr lang="en-US" b="1" dirty="0" err="1">
              <a:latin typeface="Times New Roman" panose="02020603050405020304" pitchFamily="18" charset="0"/>
              <a:cs typeface="Times New Roman" panose="02020603050405020304" pitchFamily="18" charset="0"/>
            </a:rPr>
            <a:t>Nâng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cao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chất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lượng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sản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phẩm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nguồn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dữ</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liệu</a:t>
          </a:r>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dgm:t>
    </dgm:pt>
    <dgm:pt modelId="{F92412A0-7747-4115-BEAE-90A70875C75B}" type="parTrans" cxnId="{E6D7F9A5-59F0-465C-9877-D8C5FA4EDF70}">
      <dgm:prSet/>
      <dgm:spPr/>
      <dgm:t>
        <a:bodyPr/>
        <a:lstStyle/>
        <a:p>
          <a:endParaRPr lang="en-US"/>
        </a:p>
      </dgm:t>
    </dgm:pt>
    <dgm:pt modelId="{19FE71FD-450E-42B5-A7E9-20CF7B8A97DD}" type="sibTrans" cxnId="{E6D7F9A5-59F0-465C-9877-D8C5FA4EDF70}">
      <dgm:prSet/>
      <dgm:spPr/>
      <dgm:t>
        <a:bodyPr/>
        <a:lstStyle/>
        <a:p>
          <a:endParaRPr lang="en-US"/>
        </a:p>
      </dgm:t>
    </dgm:pt>
    <dgm:pt modelId="{8D659533-A038-4535-B265-658F368B0CDC}" type="pres">
      <dgm:prSet presAssocID="{54BF8A90-06E4-40F9-A5B9-6C2D4EA83F98}" presName="Name0" presStyleCnt="0">
        <dgm:presLayoutVars>
          <dgm:chMax val="7"/>
          <dgm:chPref val="7"/>
          <dgm:dir/>
        </dgm:presLayoutVars>
      </dgm:prSet>
      <dgm:spPr/>
    </dgm:pt>
    <dgm:pt modelId="{4316AB8B-0898-440C-BBAE-EA614D4705BC}" type="pres">
      <dgm:prSet presAssocID="{54BF8A90-06E4-40F9-A5B9-6C2D4EA83F98}" presName="Name1" presStyleCnt="0"/>
      <dgm:spPr/>
    </dgm:pt>
    <dgm:pt modelId="{C4AD7B2D-2F86-4AF9-80B5-7CB08A98EB71}" type="pres">
      <dgm:prSet presAssocID="{54BF8A90-06E4-40F9-A5B9-6C2D4EA83F98}" presName="cycle" presStyleCnt="0"/>
      <dgm:spPr/>
    </dgm:pt>
    <dgm:pt modelId="{E47CA137-6B7E-43DC-AF76-DBD47ED86C31}" type="pres">
      <dgm:prSet presAssocID="{54BF8A90-06E4-40F9-A5B9-6C2D4EA83F98}" presName="srcNode" presStyleLbl="node1" presStyleIdx="0" presStyleCnt="4"/>
      <dgm:spPr/>
    </dgm:pt>
    <dgm:pt modelId="{014FBBC3-3083-479D-BA5F-42F06C1F1296}" type="pres">
      <dgm:prSet presAssocID="{54BF8A90-06E4-40F9-A5B9-6C2D4EA83F98}" presName="conn" presStyleLbl="parChTrans1D2" presStyleIdx="0" presStyleCnt="1"/>
      <dgm:spPr/>
    </dgm:pt>
    <dgm:pt modelId="{62D6F45A-D782-46D5-812A-4578AE84A4DF}" type="pres">
      <dgm:prSet presAssocID="{54BF8A90-06E4-40F9-A5B9-6C2D4EA83F98}" presName="extraNode" presStyleLbl="node1" presStyleIdx="0" presStyleCnt="4"/>
      <dgm:spPr/>
    </dgm:pt>
    <dgm:pt modelId="{7603ADAB-889B-481E-996B-91525C3C8C3C}" type="pres">
      <dgm:prSet presAssocID="{54BF8A90-06E4-40F9-A5B9-6C2D4EA83F98}" presName="dstNode" presStyleLbl="node1" presStyleIdx="0" presStyleCnt="4"/>
      <dgm:spPr/>
    </dgm:pt>
    <dgm:pt modelId="{553794AD-9C9D-4D84-B2C2-AC3B622DD428}" type="pres">
      <dgm:prSet presAssocID="{91E53AF0-F844-4B4B-B5A7-2FA2EA2543FA}" presName="text_1" presStyleLbl="node1" presStyleIdx="0" presStyleCnt="4">
        <dgm:presLayoutVars>
          <dgm:bulletEnabled val="1"/>
        </dgm:presLayoutVars>
      </dgm:prSet>
      <dgm:spPr/>
    </dgm:pt>
    <dgm:pt modelId="{9B0A95BE-3A96-4546-B388-F5D2C5A440F3}" type="pres">
      <dgm:prSet presAssocID="{91E53AF0-F844-4B4B-B5A7-2FA2EA2543FA}" presName="accent_1" presStyleCnt="0"/>
      <dgm:spPr/>
    </dgm:pt>
    <dgm:pt modelId="{5F09689C-02E8-417D-8238-A98867EFC90A}" type="pres">
      <dgm:prSet presAssocID="{91E53AF0-F844-4B4B-B5A7-2FA2EA2543FA}" presName="accentRepeatNode" presStyleLbl="solidFgAcc1" presStyleIdx="0" presStyleCnt="4"/>
      <dgm:spPr/>
    </dgm:pt>
    <dgm:pt modelId="{797683DD-83E4-472B-9A0A-907EA5399D87}" type="pres">
      <dgm:prSet presAssocID="{FF1E725E-07E4-46E7-A6FD-EDE0169304E3}" presName="text_2" presStyleLbl="node1" presStyleIdx="1" presStyleCnt="4">
        <dgm:presLayoutVars>
          <dgm:bulletEnabled val="1"/>
        </dgm:presLayoutVars>
      </dgm:prSet>
      <dgm:spPr/>
    </dgm:pt>
    <dgm:pt modelId="{78A7EA19-E0F4-4763-828A-A2774ACE5DD6}" type="pres">
      <dgm:prSet presAssocID="{FF1E725E-07E4-46E7-A6FD-EDE0169304E3}" presName="accent_2" presStyleCnt="0"/>
      <dgm:spPr/>
    </dgm:pt>
    <dgm:pt modelId="{E49CB588-39A8-4ECB-A28C-074CD620DD47}" type="pres">
      <dgm:prSet presAssocID="{FF1E725E-07E4-46E7-A6FD-EDE0169304E3}" presName="accentRepeatNode" presStyleLbl="solidFgAcc1" presStyleIdx="1" presStyleCnt="4"/>
      <dgm:spPr/>
    </dgm:pt>
    <dgm:pt modelId="{A06DC487-2F7B-4C7F-B9DB-8EC1B5A93A06}" type="pres">
      <dgm:prSet presAssocID="{78E09EF1-3888-4673-826D-F7C9755D4244}" presName="text_3" presStyleLbl="node1" presStyleIdx="2" presStyleCnt="4">
        <dgm:presLayoutVars>
          <dgm:bulletEnabled val="1"/>
        </dgm:presLayoutVars>
      </dgm:prSet>
      <dgm:spPr/>
    </dgm:pt>
    <dgm:pt modelId="{91346906-A494-4CB7-8C92-6406040872F3}" type="pres">
      <dgm:prSet presAssocID="{78E09EF1-3888-4673-826D-F7C9755D4244}" presName="accent_3" presStyleCnt="0"/>
      <dgm:spPr/>
    </dgm:pt>
    <dgm:pt modelId="{557B046D-1CCE-40C1-BB11-6C13E445B855}" type="pres">
      <dgm:prSet presAssocID="{78E09EF1-3888-4673-826D-F7C9755D4244}" presName="accentRepeatNode" presStyleLbl="solidFgAcc1" presStyleIdx="2" presStyleCnt="4"/>
      <dgm:spPr/>
    </dgm:pt>
    <dgm:pt modelId="{CBB0EC28-B7DA-4DA6-8471-44317614015E}" type="pres">
      <dgm:prSet presAssocID="{D5423107-A176-494A-A623-01E1FFB56FC1}" presName="text_4" presStyleLbl="node1" presStyleIdx="3" presStyleCnt="4">
        <dgm:presLayoutVars>
          <dgm:bulletEnabled val="1"/>
        </dgm:presLayoutVars>
      </dgm:prSet>
      <dgm:spPr/>
    </dgm:pt>
    <dgm:pt modelId="{7A5A2BCC-DD0F-4F44-BF88-13B2605B24FB}" type="pres">
      <dgm:prSet presAssocID="{D5423107-A176-494A-A623-01E1FFB56FC1}" presName="accent_4" presStyleCnt="0"/>
      <dgm:spPr/>
    </dgm:pt>
    <dgm:pt modelId="{85D5EE8D-6748-43CD-9DD7-F634F1E6EA4E}" type="pres">
      <dgm:prSet presAssocID="{D5423107-A176-494A-A623-01E1FFB56FC1}" presName="accentRepeatNode" presStyleLbl="solidFgAcc1" presStyleIdx="3" presStyleCnt="4"/>
      <dgm:spPr/>
    </dgm:pt>
  </dgm:ptLst>
  <dgm:cxnLst>
    <dgm:cxn modelId="{5CF8B328-0096-4EEA-826A-D44D0B82CBF0}" srcId="{54BF8A90-06E4-40F9-A5B9-6C2D4EA83F98}" destId="{FF1E725E-07E4-46E7-A6FD-EDE0169304E3}" srcOrd="1" destOrd="0" parTransId="{C55A59BD-F344-4EEC-B65D-F382AB93BB55}" sibTransId="{299B20A4-8585-4960-9F1C-090D71FE72CD}"/>
    <dgm:cxn modelId="{229C1B5A-250A-4291-8529-9C47F68BB8BC}" type="presOf" srcId="{FF1E725E-07E4-46E7-A6FD-EDE0169304E3}" destId="{797683DD-83E4-472B-9A0A-907EA5399D87}" srcOrd="0" destOrd="0" presId="urn:microsoft.com/office/officeart/2008/layout/VerticalCurvedList"/>
    <dgm:cxn modelId="{F1BDDB7F-5FC9-4EDF-9C12-FEF4002DEB3F}" type="presOf" srcId="{22F33E9D-946A-4DEE-9513-62D893A34B49}" destId="{014FBBC3-3083-479D-BA5F-42F06C1F1296}" srcOrd="0" destOrd="0" presId="urn:microsoft.com/office/officeart/2008/layout/VerticalCurvedList"/>
    <dgm:cxn modelId="{CA30CA8C-938C-4123-BF9A-2D612B9B8F85}" srcId="{54BF8A90-06E4-40F9-A5B9-6C2D4EA83F98}" destId="{91E53AF0-F844-4B4B-B5A7-2FA2EA2543FA}" srcOrd="0" destOrd="0" parTransId="{C6B198CD-C957-4A48-85BA-DC7FE548D168}" sibTransId="{22F33E9D-946A-4DEE-9513-62D893A34B49}"/>
    <dgm:cxn modelId="{3BC7BE97-651A-4908-B54C-75F1FF0F4554}" type="presOf" srcId="{D5423107-A176-494A-A623-01E1FFB56FC1}" destId="{CBB0EC28-B7DA-4DA6-8471-44317614015E}" srcOrd="0" destOrd="0" presId="urn:microsoft.com/office/officeart/2008/layout/VerticalCurvedList"/>
    <dgm:cxn modelId="{E6D7F9A5-59F0-465C-9877-D8C5FA4EDF70}" srcId="{54BF8A90-06E4-40F9-A5B9-6C2D4EA83F98}" destId="{D5423107-A176-494A-A623-01E1FFB56FC1}" srcOrd="3" destOrd="0" parTransId="{F92412A0-7747-4115-BEAE-90A70875C75B}" sibTransId="{19FE71FD-450E-42B5-A7E9-20CF7B8A97DD}"/>
    <dgm:cxn modelId="{C60B8DDF-66EC-4DF3-864D-291DA243A221}" type="presOf" srcId="{54BF8A90-06E4-40F9-A5B9-6C2D4EA83F98}" destId="{8D659533-A038-4535-B265-658F368B0CDC}" srcOrd="0" destOrd="0" presId="urn:microsoft.com/office/officeart/2008/layout/VerticalCurvedList"/>
    <dgm:cxn modelId="{6144BDE7-1DA1-408D-AFCB-D1287BCCFE94}" type="presOf" srcId="{78E09EF1-3888-4673-826D-F7C9755D4244}" destId="{A06DC487-2F7B-4C7F-B9DB-8EC1B5A93A06}" srcOrd="0" destOrd="0" presId="urn:microsoft.com/office/officeart/2008/layout/VerticalCurvedList"/>
    <dgm:cxn modelId="{62BFF7EE-3714-46CD-A79C-80A3B39DD6C4}" type="presOf" srcId="{91E53AF0-F844-4B4B-B5A7-2FA2EA2543FA}" destId="{553794AD-9C9D-4D84-B2C2-AC3B622DD428}" srcOrd="0" destOrd="0" presId="urn:microsoft.com/office/officeart/2008/layout/VerticalCurvedList"/>
    <dgm:cxn modelId="{42EE38F6-EA42-454F-9302-16AC7EB55CDB}" srcId="{54BF8A90-06E4-40F9-A5B9-6C2D4EA83F98}" destId="{78E09EF1-3888-4673-826D-F7C9755D4244}" srcOrd="2" destOrd="0" parTransId="{DD3B4C00-0A09-4B58-8D60-743563D7875F}" sibTransId="{777C3FC9-6E33-4642-A94D-DD960C1451A8}"/>
    <dgm:cxn modelId="{8ED3EA55-CC3F-4889-85B7-642AED50E40D}" type="presParOf" srcId="{8D659533-A038-4535-B265-658F368B0CDC}" destId="{4316AB8B-0898-440C-BBAE-EA614D4705BC}" srcOrd="0" destOrd="0" presId="urn:microsoft.com/office/officeart/2008/layout/VerticalCurvedList"/>
    <dgm:cxn modelId="{E3618913-8EFF-4C68-8C9A-D3D877C6E305}" type="presParOf" srcId="{4316AB8B-0898-440C-BBAE-EA614D4705BC}" destId="{C4AD7B2D-2F86-4AF9-80B5-7CB08A98EB71}" srcOrd="0" destOrd="0" presId="urn:microsoft.com/office/officeart/2008/layout/VerticalCurvedList"/>
    <dgm:cxn modelId="{CC1DFDF5-7264-4D5C-90E5-143FDC4A6043}" type="presParOf" srcId="{C4AD7B2D-2F86-4AF9-80B5-7CB08A98EB71}" destId="{E47CA137-6B7E-43DC-AF76-DBD47ED86C31}" srcOrd="0" destOrd="0" presId="urn:microsoft.com/office/officeart/2008/layout/VerticalCurvedList"/>
    <dgm:cxn modelId="{10AA2651-543B-4BFB-8876-3E9ACB7408BC}" type="presParOf" srcId="{C4AD7B2D-2F86-4AF9-80B5-7CB08A98EB71}" destId="{014FBBC3-3083-479D-BA5F-42F06C1F1296}" srcOrd="1" destOrd="0" presId="urn:microsoft.com/office/officeart/2008/layout/VerticalCurvedList"/>
    <dgm:cxn modelId="{D40ED66C-5987-4A3F-A67C-F975C76E59EB}" type="presParOf" srcId="{C4AD7B2D-2F86-4AF9-80B5-7CB08A98EB71}" destId="{62D6F45A-D782-46D5-812A-4578AE84A4DF}" srcOrd="2" destOrd="0" presId="urn:microsoft.com/office/officeart/2008/layout/VerticalCurvedList"/>
    <dgm:cxn modelId="{2AF359CD-5414-480B-8E9B-E324F9092CD1}" type="presParOf" srcId="{C4AD7B2D-2F86-4AF9-80B5-7CB08A98EB71}" destId="{7603ADAB-889B-481E-996B-91525C3C8C3C}" srcOrd="3" destOrd="0" presId="urn:microsoft.com/office/officeart/2008/layout/VerticalCurvedList"/>
    <dgm:cxn modelId="{A19230A4-6A0D-42C8-BB9E-FB7ECBAE8528}" type="presParOf" srcId="{4316AB8B-0898-440C-BBAE-EA614D4705BC}" destId="{553794AD-9C9D-4D84-B2C2-AC3B622DD428}" srcOrd="1" destOrd="0" presId="urn:microsoft.com/office/officeart/2008/layout/VerticalCurvedList"/>
    <dgm:cxn modelId="{05E669AE-6662-42FC-8B1D-78DE6CEED265}" type="presParOf" srcId="{4316AB8B-0898-440C-BBAE-EA614D4705BC}" destId="{9B0A95BE-3A96-4546-B388-F5D2C5A440F3}" srcOrd="2" destOrd="0" presId="urn:microsoft.com/office/officeart/2008/layout/VerticalCurvedList"/>
    <dgm:cxn modelId="{E5A10919-15E3-4F9B-94FC-A8F2740B1AF9}" type="presParOf" srcId="{9B0A95BE-3A96-4546-B388-F5D2C5A440F3}" destId="{5F09689C-02E8-417D-8238-A98867EFC90A}" srcOrd="0" destOrd="0" presId="urn:microsoft.com/office/officeart/2008/layout/VerticalCurvedList"/>
    <dgm:cxn modelId="{C52515F8-BC5A-491D-B003-1B52422AE24D}" type="presParOf" srcId="{4316AB8B-0898-440C-BBAE-EA614D4705BC}" destId="{797683DD-83E4-472B-9A0A-907EA5399D87}" srcOrd="3" destOrd="0" presId="urn:microsoft.com/office/officeart/2008/layout/VerticalCurvedList"/>
    <dgm:cxn modelId="{44B026C7-1DDD-4E74-91F2-706508D8C1D7}" type="presParOf" srcId="{4316AB8B-0898-440C-BBAE-EA614D4705BC}" destId="{78A7EA19-E0F4-4763-828A-A2774ACE5DD6}" srcOrd="4" destOrd="0" presId="urn:microsoft.com/office/officeart/2008/layout/VerticalCurvedList"/>
    <dgm:cxn modelId="{81208BA4-B910-4BB1-ADC3-02A6BD8A0FBC}" type="presParOf" srcId="{78A7EA19-E0F4-4763-828A-A2774ACE5DD6}" destId="{E49CB588-39A8-4ECB-A28C-074CD620DD47}" srcOrd="0" destOrd="0" presId="urn:microsoft.com/office/officeart/2008/layout/VerticalCurvedList"/>
    <dgm:cxn modelId="{D3EC228B-B351-49CB-B1B0-34EDA2DAA850}" type="presParOf" srcId="{4316AB8B-0898-440C-BBAE-EA614D4705BC}" destId="{A06DC487-2F7B-4C7F-B9DB-8EC1B5A93A06}" srcOrd="5" destOrd="0" presId="urn:microsoft.com/office/officeart/2008/layout/VerticalCurvedList"/>
    <dgm:cxn modelId="{4470713A-693E-4502-AFF2-2AB432B809F4}" type="presParOf" srcId="{4316AB8B-0898-440C-BBAE-EA614D4705BC}" destId="{91346906-A494-4CB7-8C92-6406040872F3}" srcOrd="6" destOrd="0" presId="urn:microsoft.com/office/officeart/2008/layout/VerticalCurvedList"/>
    <dgm:cxn modelId="{6D86AA9F-E849-4091-9EFE-7517FE04C931}" type="presParOf" srcId="{91346906-A494-4CB7-8C92-6406040872F3}" destId="{557B046D-1CCE-40C1-BB11-6C13E445B855}" srcOrd="0" destOrd="0" presId="urn:microsoft.com/office/officeart/2008/layout/VerticalCurvedList"/>
    <dgm:cxn modelId="{8BFDAE78-EFEE-43A4-9DB2-8553D3F26AE1}" type="presParOf" srcId="{4316AB8B-0898-440C-BBAE-EA614D4705BC}" destId="{CBB0EC28-B7DA-4DA6-8471-44317614015E}" srcOrd="7" destOrd="0" presId="urn:microsoft.com/office/officeart/2008/layout/VerticalCurvedList"/>
    <dgm:cxn modelId="{427CE960-1F8D-4E31-8B02-85567D50C46C}" type="presParOf" srcId="{4316AB8B-0898-440C-BBAE-EA614D4705BC}" destId="{7A5A2BCC-DD0F-4F44-BF88-13B2605B24FB}" srcOrd="8" destOrd="0" presId="urn:microsoft.com/office/officeart/2008/layout/VerticalCurvedList"/>
    <dgm:cxn modelId="{46026DD5-7B21-4872-B33A-5890B9C366A2}" type="presParOf" srcId="{7A5A2BCC-DD0F-4F44-BF88-13B2605B24FB}" destId="{85D5EE8D-6748-43CD-9DD7-F634F1E6EA4E}"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3196C18-344E-43F6-B876-2650BD656F91}"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B94CFA66-2286-4BB6-9EB6-0314FD99F68D}">
      <dgm:prSet phldrT="[Text]" custT="1"/>
      <dgm:spPr>
        <a:solidFill>
          <a:schemeClr val="bg2">
            <a:lumMod val="50000"/>
          </a:schemeClr>
        </a:solidFill>
        <a:ln>
          <a:solidFill>
            <a:srgbClr val="FFC000"/>
          </a:solidFill>
        </a:ln>
      </dgm:spPr>
      <dgm:t>
        <a:bodyPr/>
        <a:lstStyle/>
        <a:p>
          <a:pPr algn="l"/>
          <a:r>
            <a:rPr lang="vi-VN" sz="20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 </a:t>
          </a:r>
          <a:endParaRPr lang="en-US" sz="20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8F420639-215A-466A-BD3D-9EE467F4CB51}" type="parTrans" cxnId="{E61BFA19-E200-4217-94F7-1E8658317AAB}">
      <dgm:prSet/>
      <dgm:spPr/>
      <dgm:t>
        <a:bodyPr/>
        <a:lstStyle/>
        <a:p>
          <a:endParaRPr lang="en-US"/>
        </a:p>
      </dgm:t>
    </dgm:pt>
    <dgm:pt modelId="{153D8998-209F-4A51-A17D-2974EB046C29}" type="sibTrans" cxnId="{E61BFA19-E200-4217-94F7-1E8658317AAB}">
      <dgm:prSet/>
      <dgm:spPr/>
      <dgm:t>
        <a:bodyPr/>
        <a:lstStyle/>
        <a:p>
          <a:endParaRPr lang="en-US"/>
        </a:p>
      </dgm:t>
    </dgm:pt>
    <dgm:pt modelId="{D13EA12C-57F7-4C37-9F2B-063809E4C4F5}">
      <dgm:prSet phldrT="[Text]" custT="1"/>
      <dgm:spPr/>
      <dgm:t>
        <a:bodyPr/>
        <a:lstStyle/>
        <a:p>
          <a:pPr algn="l"/>
          <a:r>
            <a:rPr lang="vi-VN"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Quản lý hoạt động sản xuất</a:t>
          </a:r>
          <a:endParaRPr lang="en-US"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52051AE4-8084-4E14-86B0-42347B3ABFB1}" type="parTrans" cxnId="{920179BC-B148-4032-B796-F6DECE225C1C}">
      <dgm:prSet/>
      <dgm:spPr/>
      <dgm:t>
        <a:bodyPr/>
        <a:lstStyle/>
        <a:p>
          <a:endParaRPr lang="en-US"/>
        </a:p>
      </dgm:t>
    </dgm:pt>
    <dgm:pt modelId="{6BE42257-14DE-467F-B4FA-14564B3DFA90}" type="sibTrans" cxnId="{920179BC-B148-4032-B796-F6DECE225C1C}">
      <dgm:prSet/>
      <dgm:spPr/>
      <dgm:t>
        <a:bodyPr/>
        <a:lstStyle/>
        <a:p>
          <a:endParaRPr lang="en-US"/>
        </a:p>
      </dgm:t>
    </dgm:pt>
    <dgm:pt modelId="{F387C368-AC53-4F2D-816A-8947A782297F}">
      <dgm:prSet phldrT="[Text]" custT="1"/>
      <dgm:spPr>
        <a:solidFill>
          <a:schemeClr val="bg2">
            <a:lumMod val="50000"/>
          </a:schemeClr>
        </a:solidFill>
        <a:ln>
          <a:solidFill>
            <a:srgbClr val="FFC000"/>
          </a:solidFill>
        </a:ln>
      </dgm:spPr>
      <dgm:t>
        <a:bodyPr/>
        <a:lstStyle/>
        <a:p>
          <a:pPr algn="l"/>
          <a:endParaRPr lang="en-US" sz="20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AF3081A8-6532-4E87-AFE4-441EB532FE42}" type="parTrans" cxnId="{22851FCB-F72B-43C5-B9B4-E8401BD1344F}">
      <dgm:prSet/>
      <dgm:spPr/>
      <dgm:t>
        <a:bodyPr/>
        <a:lstStyle/>
        <a:p>
          <a:endParaRPr lang="en-US"/>
        </a:p>
      </dgm:t>
    </dgm:pt>
    <dgm:pt modelId="{9FC4AB03-DBEB-4E0D-A616-7D6134230A20}" type="sibTrans" cxnId="{22851FCB-F72B-43C5-B9B4-E8401BD1344F}">
      <dgm:prSet/>
      <dgm:spPr/>
      <dgm:t>
        <a:bodyPr/>
        <a:lstStyle/>
        <a:p>
          <a:endParaRPr lang="en-US"/>
        </a:p>
      </dgm:t>
    </dgm:pt>
    <dgm:pt modelId="{EAABB5CE-6D63-4431-94AF-7F3A3326E195}">
      <dgm:prSet phldrT="[Text]" custT="1"/>
      <dgm:spPr>
        <a:solidFill>
          <a:schemeClr val="bg2">
            <a:lumMod val="50000"/>
          </a:schemeClr>
        </a:solidFill>
        <a:ln>
          <a:solidFill>
            <a:srgbClr val="FFC000"/>
          </a:solidFill>
        </a:ln>
      </dgm:spPr>
      <dgm:t>
        <a:bodyPr/>
        <a:lstStyle/>
        <a:p>
          <a:pPr algn="l"/>
          <a:r>
            <a:rPr lang="vi-VN" sz="20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 </a:t>
          </a:r>
          <a:endParaRPr lang="en-US" sz="20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CB9DB9C6-1186-4050-8974-4B6430B64864}" type="parTrans" cxnId="{AED81AB3-7FAD-4356-AB65-ED435D57D9AA}">
      <dgm:prSet/>
      <dgm:spPr/>
      <dgm:t>
        <a:bodyPr/>
        <a:lstStyle/>
        <a:p>
          <a:endParaRPr lang="en-US"/>
        </a:p>
      </dgm:t>
    </dgm:pt>
    <dgm:pt modelId="{3C4622AB-6CAC-4B49-85E8-C60EFF8EB391}" type="sibTrans" cxnId="{AED81AB3-7FAD-4356-AB65-ED435D57D9AA}">
      <dgm:prSet/>
      <dgm:spPr/>
      <dgm:t>
        <a:bodyPr/>
        <a:lstStyle/>
        <a:p>
          <a:endParaRPr lang="en-US"/>
        </a:p>
      </dgm:t>
    </dgm:pt>
    <dgm:pt modelId="{E52B1AFF-CA45-48BD-ACF9-603ABB872DE6}">
      <dgm:prSet custT="1"/>
      <dgm:spPr/>
      <dgm:t>
        <a:bodyPr/>
        <a:lstStyle/>
        <a:p>
          <a:pPr algn="l"/>
          <a:r>
            <a:rPr lang="vi-VN"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Quản lý các nguồn lực sản xuất</a:t>
          </a:r>
          <a:endParaRPr lang="en-US"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C2CADBAE-3A79-4C71-9E4E-4B7F4F562245}" type="parTrans" cxnId="{C0A7F2BD-F612-4197-A8C6-2C802A604217}">
      <dgm:prSet/>
      <dgm:spPr/>
      <dgm:t>
        <a:bodyPr/>
        <a:lstStyle/>
        <a:p>
          <a:endParaRPr lang="en-US"/>
        </a:p>
      </dgm:t>
    </dgm:pt>
    <dgm:pt modelId="{647E18C9-D486-41EE-AFD2-91D75234DD0C}" type="sibTrans" cxnId="{C0A7F2BD-F612-4197-A8C6-2C802A604217}">
      <dgm:prSet/>
      <dgm:spPr/>
      <dgm:t>
        <a:bodyPr/>
        <a:lstStyle/>
        <a:p>
          <a:endParaRPr lang="en-US"/>
        </a:p>
      </dgm:t>
    </dgm:pt>
    <dgm:pt modelId="{3A1B9C54-9DF8-4CFE-B33A-D82407AB0EEE}">
      <dgm:prSet custT="1"/>
      <dgm:spPr/>
      <dgm:t>
        <a:bodyPr/>
        <a:lstStyle/>
        <a:p>
          <a:pPr algn="l"/>
          <a:r>
            <a:rPr lang="vi-VN"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Quản lý các thông tin về sản phẩm</a:t>
          </a:r>
          <a:endParaRPr lang="en-US"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803A03F0-21BE-4FE3-B1D5-A3694C248C3C}" type="parTrans" cxnId="{57F5379B-A975-4D90-ADB7-82BFD9B003A1}">
      <dgm:prSet/>
      <dgm:spPr/>
      <dgm:t>
        <a:bodyPr/>
        <a:lstStyle/>
        <a:p>
          <a:endParaRPr lang="en-US"/>
        </a:p>
      </dgm:t>
    </dgm:pt>
    <dgm:pt modelId="{74A92F16-4476-4CDB-A5D4-EDEF75A5B5F4}" type="sibTrans" cxnId="{57F5379B-A975-4D90-ADB7-82BFD9B003A1}">
      <dgm:prSet/>
      <dgm:spPr/>
      <dgm:t>
        <a:bodyPr/>
        <a:lstStyle/>
        <a:p>
          <a:endParaRPr lang="en-US"/>
        </a:p>
      </dgm:t>
    </dgm:pt>
    <dgm:pt modelId="{52FC6FE3-66FD-4461-A509-614D720AF53B}">
      <dgm:prSet custT="1"/>
      <dgm:spPr/>
      <dgm:t>
        <a:bodyPr/>
        <a:lstStyle/>
        <a:p>
          <a:pPr algn="l"/>
          <a:r>
            <a:rPr lang="vi-VN"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Quản lý máy móc thiết bị</a:t>
          </a:r>
          <a:endParaRPr lang="en-US"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BDCDF82F-8A12-4DC4-B327-C6916BA82CDE}" type="parTrans" cxnId="{0215274D-CC92-4FE1-82AE-514FE3DE5625}">
      <dgm:prSet/>
      <dgm:spPr/>
      <dgm:t>
        <a:bodyPr/>
        <a:lstStyle/>
        <a:p>
          <a:endParaRPr lang="en-US"/>
        </a:p>
      </dgm:t>
    </dgm:pt>
    <dgm:pt modelId="{089CBEBB-FA91-4498-8870-8EEF72B56921}" type="sibTrans" cxnId="{0215274D-CC92-4FE1-82AE-514FE3DE5625}">
      <dgm:prSet/>
      <dgm:spPr/>
      <dgm:t>
        <a:bodyPr/>
        <a:lstStyle/>
        <a:p>
          <a:endParaRPr lang="en-US"/>
        </a:p>
      </dgm:t>
    </dgm:pt>
    <dgm:pt modelId="{862C072A-8E71-4106-A1EF-13E2A6AE8CCF}">
      <dgm:prSet phldrT="[Text]" custT="1"/>
      <dgm:spPr>
        <a:solidFill>
          <a:schemeClr val="bg2">
            <a:lumMod val="50000"/>
          </a:schemeClr>
        </a:solidFill>
        <a:ln>
          <a:solidFill>
            <a:srgbClr val="FFC000"/>
          </a:solidFill>
        </a:ln>
      </dgm:spPr>
      <dgm:t>
        <a:bodyPr/>
        <a:lstStyle/>
        <a:p>
          <a:pPr algn="l"/>
          <a:r>
            <a:rPr lang="vi-VN" sz="20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 </a:t>
          </a:r>
          <a:endParaRPr lang="en-US" sz="20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63BB5FE2-5459-4D1C-8E51-A51F6FFD439B}" type="sibTrans" cxnId="{CDB51260-7C78-4E09-A350-74CF547C6052}">
      <dgm:prSet/>
      <dgm:spPr/>
      <dgm:t>
        <a:bodyPr/>
        <a:lstStyle/>
        <a:p>
          <a:endParaRPr lang="en-US"/>
        </a:p>
      </dgm:t>
    </dgm:pt>
    <dgm:pt modelId="{9700C548-D377-47BF-8725-C65CEA253ADA}" type="parTrans" cxnId="{CDB51260-7C78-4E09-A350-74CF547C6052}">
      <dgm:prSet/>
      <dgm:spPr/>
      <dgm:t>
        <a:bodyPr/>
        <a:lstStyle/>
        <a:p>
          <a:endParaRPr lang="en-US"/>
        </a:p>
      </dgm:t>
    </dgm:pt>
    <dgm:pt modelId="{BF0C6BDB-4935-4138-9CDF-E3E4B90A92B1}" type="pres">
      <dgm:prSet presAssocID="{D3196C18-344E-43F6-B876-2650BD656F91}" presName="linearFlow" presStyleCnt="0">
        <dgm:presLayoutVars>
          <dgm:dir/>
          <dgm:animLvl val="lvl"/>
          <dgm:resizeHandles val="exact"/>
        </dgm:presLayoutVars>
      </dgm:prSet>
      <dgm:spPr/>
    </dgm:pt>
    <dgm:pt modelId="{544BE7EC-E004-4A5D-8B5D-4EE8731258DF}" type="pres">
      <dgm:prSet presAssocID="{B94CFA66-2286-4BB6-9EB6-0314FD99F68D}" presName="composite" presStyleCnt="0"/>
      <dgm:spPr/>
    </dgm:pt>
    <dgm:pt modelId="{262558A4-BDBB-403D-ADF9-A212687DEA1A}" type="pres">
      <dgm:prSet presAssocID="{B94CFA66-2286-4BB6-9EB6-0314FD99F68D}" presName="parentText" presStyleLbl="alignNode1" presStyleIdx="0" presStyleCnt="4">
        <dgm:presLayoutVars>
          <dgm:chMax val="1"/>
          <dgm:bulletEnabled val="1"/>
        </dgm:presLayoutVars>
      </dgm:prSet>
      <dgm:spPr/>
    </dgm:pt>
    <dgm:pt modelId="{8D5E1D58-F297-4D9A-BF92-98314727BA02}" type="pres">
      <dgm:prSet presAssocID="{B94CFA66-2286-4BB6-9EB6-0314FD99F68D}" presName="descendantText" presStyleLbl="alignAcc1" presStyleIdx="0" presStyleCnt="4">
        <dgm:presLayoutVars>
          <dgm:bulletEnabled val="1"/>
        </dgm:presLayoutVars>
      </dgm:prSet>
      <dgm:spPr/>
    </dgm:pt>
    <dgm:pt modelId="{30EE6681-EF50-4281-9D4A-FAF6D0ADDBA8}" type="pres">
      <dgm:prSet presAssocID="{153D8998-209F-4A51-A17D-2974EB046C29}" presName="sp" presStyleCnt="0"/>
      <dgm:spPr/>
    </dgm:pt>
    <dgm:pt modelId="{929DB4D3-F8A3-406D-8FF1-C1C2F2D19CDE}" type="pres">
      <dgm:prSet presAssocID="{F387C368-AC53-4F2D-816A-8947A782297F}" presName="composite" presStyleCnt="0"/>
      <dgm:spPr/>
    </dgm:pt>
    <dgm:pt modelId="{AEC2C9DC-9267-4D7E-8C88-BFD44F221022}" type="pres">
      <dgm:prSet presAssocID="{F387C368-AC53-4F2D-816A-8947A782297F}" presName="parentText" presStyleLbl="alignNode1" presStyleIdx="1" presStyleCnt="4">
        <dgm:presLayoutVars>
          <dgm:chMax val="1"/>
          <dgm:bulletEnabled val="1"/>
        </dgm:presLayoutVars>
      </dgm:prSet>
      <dgm:spPr/>
    </dgm:pt>
    <dgm:pt modelId="{8FE03D91-6561-4894-AA28-26829C974AB6}" type="pres">
      <dgm:prSet presAssocID="{F387C368-AC53-4F2D-816A-8947A782297F}" presName="descendantText" presStyleLbl="alignAcc1" presStyleIdx="1" presStyleCnt="4">
        <dgm:presLayoutVars>
          <dgm:bulletEnabled val="1"/>
        </dgm:presLayoutVars>
      </dgm:prSet>
      <dgm:spPr/>
    </dgm:pt>
    <dgm:pt modelId="{5F82169E-90FC-458B-A61F-DB00A6F3841B}" type="pres">
      <dgm:prSet presAssocID="{9FC4AB03-DBEB-4E0D-A616-7D6134230A20}" presName="sp" presStyleCnt="0"/>
      <dgm:spPr/>
    </dgm:pt>
    <dgm:pt modelId="{CA3F4E19-C450-432F-8E4D-1CC04E3215E9}" type="pres">
      <dgm:prSet presAssocID="{862C072A-8E71-4106-A1EF-13E2A6AE8CCF}" presName="composite" presStyleCnt="0"/>
      <dgm:spPr/>
    </dgm:pt>
    <dgm:pt modelId="{FCBA071D-3A22-4048-AAEA-2DD982B43322}" type="pres">
      <dgm:prSet presAssocID="{862C072A-8E71-4106-A1EF-13E2A6AE8CCF}" presName="parentText" presStyleLbl="alignNode1" presStyleIdx="2" presStyleCnt="4">
        <dgm:presLayoutVars>
          <dgm:chMax val="1"/>
          <dgm:bulletEnabled val="1"/>
        </dgm:presLayoutVars>
      </dgm:prSet>
      <dgm:spPr/>
    </dgm:pt>
    <dgm:pt modelId="{3C29E18D-5EDB-4727-95DD-23758643925A}" type="pres">
      <dgm:prSet presAssocID="{862C072A-8E71-4106-A1EF-13E2A6AE8CCF}" presName="descendantText" presStyleLbl="alignAcc1" presStyleIdx="2" presStyleCnt="4">
        <dgm:presLayoutVars>
          <dgm:bulletEnabled val="1"/>
        </dgm:presLayoutVars>
      </dgm:prSet>
      <dgm:spPr/>
    </dgm:pt>
    <dgm:pt modelId="{7FFB1F7F-C125-4E24-B23C-5C4A850ADAFA}" type="pres">
      <dgm:prSet presAssocID="{63BB5FE2-5459-4D1C-8E51-A51F6FFD439B}" presName="sp" presStyleCnt="0"/>
      <dgm:spPr/>
    </dgm:pt>
    <dgm:pt modelId="{55EA91E2-9E55-4566-82D4-FC20B1E9CBAE}" type="pres">
      <dgm:prSet presAssocID="{EAABB5CE-6D63-4431-94AF-7F3A3326E195}" presName="composite" presStyleCnt="0"/>
      <dgm:spPr/>
    </dgm:pt>
    <dgm:pt modelId="{15C240F4-AE97-49E6-BF4F-F88AA69A0417}" type="pres">
      <dgm:prSet presAssocID="{EAABB5CE-6D63-4431-94AF-7F3A3326E195}" presName="parentText" presStyleLbl="alignNode1" presStyleIdx="3" presStyleCnt="4">
        <dgm:presLayoutVars>
          <dgm:chMax val="1"/>
          <dgm:bulletEnabled val="1"/>
        </dgm:presLayoutVars>
      </dgm:prSet>
      <dgm:spPr/>
    </dgm:pt>
    <dgm:pt modelId="{D989E16C-0820-4752-A40E-6DCA344F7C40}" type="pres">
      <dgm:prSet presAssocID="{EAABB5CE-6D63-4431-94AF-7F3A3326E195}" presName="descendantText" presStyleLbl="alignAcc1" presStyleIdx="3" presStyleCnt="4">
        <dgm:presLayoutVars>
          <dgm:bulletEnabled val="1"/>
        </dgm:presLayoutVars>
      </dgm:prSet>
      <dgm:spPr/>
    </dgm:pt>
  </dgm:ptLst>
  <dgm:cxnLst>
    <dgm:cxn modelId="{FB166D05-E2F1-4335-8B20-1B27D3605062}" type="presOf" srcId="{D3196C18-344E-43F6-B876-2650BD656F91}" destId="{BF0C6BDB-4935-4138-9CDF-E3E4B90A92B1}" srcOrd="0" destOrd="0" presId="urn:microsoft.com/office/officeart/2005/8/layout/chevron2"/>
    <dgm:cxn modelId="{E61BFA19-E200-4217-94F7-1E8658317AAB}" srcId="{D3196C18-344E-43F6-B876-2650BD656F91}" destId="{B94CFA66-2286-4BB6-9EB6-0314FD99F68D}" srcOrd="0" destOrd="0" parTransId="{8F420639-215A-466A-BD3D-9EE467F4CB51}" sibTransId="{153D8998-209F-4A51-A17D-2974EB046C29}"/>
    <dgm:cxn modelId="{AD9E5425-50F2-48A5-956A-973EB404BD18}" type="presOf" srcId="{B94CFA66-2286-4BB6-9EB6-0314FD99F68D}" destId="{262558A4-BDBB-403D-ADF9-A212687DEA1A}" srcOrd="0" destOrd="0" presId="urn:microsoft.com/office/officeart/2005/8/layout/chevron2"/>
    <dgm:cxn modelId="{120E203C-1AF2-4FF8-8E7A-09A8DDCC3164}" type="presOf" srcId="{F387C368-AC53-4F2D-816A-8947A782297F}" destId="{AEC2C9DC-9267-4D7E-8C88-BFD44F221022}" srcOrd="0" destOrd="0" presId="urn:microsoft.com/office/officeart/2005/8/layout/chevron2"/>
    <dgm:cxn modelId="{CDB51260-7C78-4E09-A350-74CF547C6052}" srcId="{D3196C18-344E-43F6-B876-2650BD656F91}" destId="{862C072A-8E71-4106-A1EF-13E2A6AE8CCF}" srcOrd="2" destOrd="0" parTransId="{9700C548-D377-47BF-8725-C65CEA253ADA}" sibTransId="{63BB5FE2-5459-4D1C-8E51-A51F6FFD439B}"/>
    <dgm:cxn modelId="{F8D5E06B-1A03-465E-887A-AA245EE7AF6B}" type="presOf" srcId="{862C072A-8E71-4106-A1EF-13E2A6AE8CCF}" destId="{FCBA071D-3A22-4048-AAEA-2DD982B43322}" srcOrd="0" destOrd="0" presId="urn:microsoft.com/office/officeart/2005/8/layout/chevron2"/>
    <dgm:cxn modelId="{0215274D-CC92-4FE1-82AE-514FE3DE5625}" srcId="{EAABB5CE-6D63-4431-94AF-7F3A3326E195}" destId="{52FC6FE3-66FD-4461-A509-614D720AF53B}" srcOrd="0" destOrd="0" parTransId="{BDCDF82F-8A12-4DC4-B327-C6916BA82CDE}" sibTransId="{089CBEBB-FA91-4498-8870-8EEF72B56921}"/>
    <dgm:cxn modelId="{8D895C53-6F48-47DE-B687-D48F2EFA907A}" type="presOf" srcId="{52FC6FE3-66FD-4461-A509-614D720AF53B}" destId="{D989E16C-0820-4752-A40E-6DCA344F7C40}" srcOrd="0" destOrd="0" presId="urn:microsoft.com/office/officeart/2005/8/layout/chevron2"/>
    <dgm:cxn modelId="{57F5379B-A975-4D90-ADB7-82BFD9B003A1}" srcId="{862C072A-8E71-4106-A1EF-13E2A6AE8CCF}" destId="{3A1B9C54-9DF8-4CFE-B33A-D82407AB0EEE}" srcOrd="0" destOrd="0" parTransId="{803A03F0-21BE-4FE3-B1D5-A3694C248C3C}" sibTransId="{74A92F16-4476-4CDB-A5D4-EDEF75A5B5F4}"/>
    <dgm:cxn modelId="{3378C79D-7A0B-4E3F-A6FC-D4C12CE1028D}" type="presOf" srcId="{EAABB5CE-6D63-4431-94AF-7F3A3326E195}" destId="{15C240F4-AE97-49E6-BF4F-F88AA69A0417}" srcOrd="0" destOrd="0" presId="urn:microsoft.com/office/officeart/2005/8/layout/chevron2"/>
    <dgm:cxn modelId="{D9E2C8AD-89A5-48E1-84A5-995B84F078D7}" type="presOf" srcId="{3A1B9C54-9DF8-4CFE-B33A-D82407AB0EEE}" destId="{3C29E18D-5EDB-4727-95DD-23758643925A}" srcOrd="0" destOrd="0" presId="urn:microsoft.com/office/officeart/2005/8/layout/chevron2"/>
    <dgm:cxn modelId="{AED81AB3-7FAD-4356-AB65-ED435D57D9AA}" srcId="{D3196C18-344E-43F6-B876-2650BD656F91}" destId="{EAABB5CE-6D63-4431-94AF-7F3A3326E195}" srcOrd="3" destOrd="0" parTransId="{CB9DB9C6-1186-4050-8974-4B6430B64864}" sibTransId="{3C4622AB-6CAC-4B49-85E8-C60EFF8EB391}"/>
    <dgm:cxn modelId="{920179BC-B148-4032-B796-F6DECE225C1C}" srcId="{B94CFA66-2286-4BB6-9EB6-0314FD99F68D}" destId="{D13EA12C-57F7-4C37-9F2B-063809E4C4F5}" srcOrd="0" destOrd="0" parTransId="{52051AE4-8084-4E14-86B0-42347B3ABFB1}" sibTransId="{6BE42257-14DE-467F-B4FA-14564B3DFA90}"/>
    <dgm:cxn modelId="{C0A7F2BD-F612-4197-A8C6-2C802A604217}" srcId="{F387C368-AC53-4F2D-816A-8947A782297F}" destId="{E52B1AFF-CA45-48BD-ACF9-603ABB872DE6}" srcOrd="0" destOrd="0" parTransId="{C2CADBAE-3A79-4C71-9E4E-4B7F4F562245}" sibTransId="{647E18C9-D486-41EE-AFD2-91D75234DD0C}"/>
    <dgm:cxn modelId="{AE686DC7-9F85-4C1D-A49A-DF55DE676776}" type="presOf" srcId="{E52B1AFF-CA45-48BD-ACF9-603ABB872DE6}" destId="{8FE03D91-6561-4894-AA28-26829C974AB6}" srcOrd="0" destOrd="0" presId="urn:microsoft.com/office/officeart/2005/8/layout/chevron2"/>
    <dgm:cxn modelId="{FBFBACC7-45FC-47BB-A16E-F0C2018DF8B9}" type="presOf" srcId="{D13EA12C-57F7-4C37-9F2B-063809E4C4F5}" destId="{8D5E1D58-F297-4D9A-BF92-98314727BA02}" srcOrd="0" destOrd="0" presId="urn:microsoft.com/office/officeart/2005/8/layout/chevron2"/>
    <dgm:cxn modelId="{22851FCB-F72B-43C5-B9B4-E8401BD1344F}" srcId="{D3196C18-344E-43F6-B876-2650BD656F91}" destId="{F387C368-AC53-4F2D-816A-8947A782297F}" srcOrd="1" destOrd="0" parTransId="{AF3081A8-6532-4E87-AFE4-441EB532FE42}" sibTransId="{9FC4AB03-DBEB-4E0D-A616-7D6134230A20}"/>
    <dgm:cxn modelId="{51B6F54D-7B6E-4F3D-927D-516595696F46}" type="presParOf" srcId="{BF0C6BDB-4935-4138-9CDF-E3E4B90A92B1}" destId="{544BE7EC-E004-4A5D-8B5D-4EE8731258DF}" srcOrd="0" destOrd="0" presId="urn:microsoft.com/office/officeart/2005/8/layout/chevron2"/>
    <dgm:cxn modelId="{65BDA270-BD06-466A-BDFB-77B0EF57C766}" type="presParOf" srcId="{544BE7EC-E004-4A5D-8B5D-4EE8731258DF}" destId="{262558A4-BDBB-403D-ADF9-A212687DEA1A}" srcOrd="0" destOrd="0" presId="urn:microsoft.com/office/officeart/2005/8/layout/chevron2"/>
    <dgm:cxn modelId="{09E100F7-2E76-4029-B020-DFEDF9662F83}" type="presParOf" srcId="{544BE7EC-E004-4A5D-8B5D-4EE8731258DF}" destId="{8D5E1D58-F297-4D9A-BF92-98314727BA02}" srcOrd="1" destOrd="0" presId="urn:microsoft.com/office/officeart/2005/8/layout/chevron2"/>
    <dgm:cxn modelId="{8D68206A-970A-4720-B71B-2E4F26717220}" type="presParOf" srcId="{BF0C6BDB-4935-4138-9CDF-E3E4B90A92B1}" destId="{30EE6681-EF50-4281-9D4A-FAF6D0ADDBA8}" srcOrd="1" destOrd="0" presId="urn:microsoft.com/office/officeart/2005/8/layout/chevron2"/>
    <dgm:cxn modelId="{43AFD301-3EE5-44A1-B1A3-E54D87307283}" type="presParOf" srcId="{BF0C6BDB-4935-4138-9CDF-E3E4B90A92B1}" destId="{929DB4D3-F8A3-406D-8FF1-C1C2F2D19CDE}" srcOrd="2" destOrd="0" presId="urn:microsoft.com/office/officeart/2005/8/layout/chevron2"/>
    <dgm:cxn modelId="{DF904BAC-F0A6-40E9-8FEC-F4A5FCCDDD18}" type="presParOf" srcId="{929DB4D3-F8A3-406D-8FF1-C1C2F2D19CDE}" destId="{AEC2C9DC-9267-4D7E-8C88-BFD44F221022}" srcOrd="0" destOrd="0" presId="urn:microsoft.com/office/officeart/2005/8/layout/chevron2"/>
    <dgm:cxn modelId="{0E6DBCA0-B62D-4C09-AA99-BF4A40714E16}" type="presParOf" srcId="{929DB4D3-F8A3-406D-8FF1-C1C2F2D19CDE}" destId="{8FE03D91-6561-4894-AA28-26829C974AB6}" srcOrd="1" destOrd="0" presId="urn:microsoft.com/office/officeart/2005/8/layout/chevron2"/>
    <dgm:cxn modelId="{79EC7ED4-7913-4FB6-9122-061CDF03B9B7}" type="presParOf" srcId="{BF0C6BDB-4935-4138-9CDF-E3E4B90A92B1}" destId="{5F82169E-90FC-458B-A61F-DB00A6F3841B}" srcOrd="3" destOrd="0" presId="urn:microsoft.com/office/officeart/2005/8/layout/chevron2"/>
    <dgm:cxn modelId="{9528A0A8-DE3D-402F-866F-634797974D9B}" type="presParOf" srcId="{BF0C6BDB-4935-4138-9CDF-E3E4B90A92B1}" destId="{CA3F4E19-C450-432F-8E4D-1CC04E3215E9}" srcOrd="4" destOrd="0" presId="urn:microsoft.com/office/officeart/2005/8/layout/chevron2"/>
    <dgm:cxn modelId="{50CB9EFB-740F-475A-A423-54B9A97E36D8}" type="presParOf" srcId="{CA3F4E19-C450-432F-8E4D-1CC04E3215E9}" destId="{FCBA071D-3A22-4048-AAEA-2DD982B43322}" srcOrd="0" destOrd="0" presId="urn:microsoft.com/office/officeart/2005/8/layout/chevron2"/>
    <dgm:cxn modelId="{3AFCCB28-2869-41F9-B66B-8B0EC8650968}" type="presParOf" srcId="{CA3F4E19-C450-432F-8E4D-1CC04E3215E9}" destId="{3C29E18D-5EDB-4727-95DD-23758643925A}" srcOrd="1" destOrd="0" presId="urn:microsoft.com/office/officeart/2005/8/layout/chevron2"/>
    <dgm:cxn modelId="{C4487E03-050C-405F-B547-57DF868AE406}" type="presParOf" srcId="{BF0C6BDB-4935-4138-9CDF-E3E4B90A92B1}" destId="{7FFB1F7F-C125-4E24-B23C-5C4A850ADAFA}" srcOrd="5" destOrd="0" presId="urn:microsoft.com/office/officeart/2005/8/layout/chevron2"/>
    <dgm:cxn modelId="{D689F25C-A54B-43BD-B099-8CE21A4511BE}" type="presParOf" srcId="{BF0C6BDB-4935-4138-9CDF-E3E4B90A92B1}" destId="{55EA91E2-9E55-4566-82D4-FC20B1E9CBAE}" srcOrd="6" destOrd="0" presId="urn:microsoft.com/office/officeart/2005/8/layout/chevron2"/>
    <dgm:cxn modelId="{D63ABD3F-19BD-4F00-8B91-BC78024F0661}" type="presParOf" srcId="{55EA91E2-9E55-4566-82D4-FC20B1E9CBAE}" destId="{15C240F4-AE97-49E6-BF4F-F88AA69A0417}" srcOrd="0" destOrd="0" presId="urn:microsoft.com/office/officeart/2005/8/layout/chevron2"/>
    <dgm:cxn modelId="{F30E9C88-70BE-40FD-A2D5-B0730CCF33BB}" type="presParOf" srcId="{55EA91E2-9E55-4566-82D4-FC20B1E9CBAE}" destId="{D989E16C-0820-4752-A40E-6DCA344F7C4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4BF8A90-06E4-40F9-A5B9-6C2D4EA83F98}"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91E53AF0-F844-4B4B-B5A7-2FA2EA2543FA}">
      <dgm:prSet phldrT="[Text]"/>
      <dgm:spPr/>
      <dgm:t>
        <a:bodyPr/>
        <a:lstStyle/>
        <a:p>
          <a:r>
            <a:rPr lang="vi-VN" b="1" dirty="0">
              <a:latin typeface="Times New Roman" panose="02020603050405020304" pitchFamily="18" charset="0"/>
              <a:cs typeface="Times New Roman" panose="02020603050405020304" pitchFamily="18" charset="0"/>
            </a:rPr>
            <a:t>Xây dựng quy trình làm việc hiệu quả-khoa học</a:t>
          </a:r>
          <a:endParaRPr lang="en-US" dirty="0">
            <a:latin typeface="Times New Roman" panose="02020603050405020304" pitchFamily="18" charset="0"/>
            <a:cs typeface="Times New Roman" panose="02020603050405020304" pitchFamily="18" charset="0"/>
          </a:endParaRPr>
        </a:p>
      </dgm:t>
    </dgm:pt>
    <dgm:pt modelId="{C6B198CD-C957-4A48-85BA-DC7FE548D168}" type="parTrans" cxnId="{CA30CA8C-938C-4123-BF9A-2D612B9B8F85}">
      <dgm:prSet/>
      <dgm:spPr/>
      <dgm:t>
        <a:bodyPr/>
        <a:lstStyle/>
        <a:p>
          <a:endParaRPr lang="en-US"/>
        </a:p>
      </dgm:t>
    </dgm:pt>
    <dgm:pt modelId="{22F33E9D-946A-4DEE-9513-62D893A34B49}" type="sibTrans" cxnId="{CA30CA8C-938C-4123-BF9A-2D612B9B8F85}">
      <dgm:prSet/>
      <dgm:spPr/>
      <dgm:t>
        <a:bodyPr/>
        <a:lstStyle/>
        <a:p>
          <a:endParaRPr lang="en-US"/>
        </a:p>
      </dgm:t>
    </dgm:pt>
    <dgm:pt modelId="{FF1E725E-07E4-46E7-A6FD-EDE0169304E3}">
      <dgm:prSet phldrT="[Text]"/>
      <dgm:spPr/>
      <dgm:t>
        <a:bodyPr/>
        <a:lstStyle/>
        <a:p>
          <a:r>
            <a:rPr lang="vi-VN" b="1" dirty="0">
              <a:latin typeface="Times New Roman" panose="02020603050405020304" pitchFamily="18" charset="0"/>
              <a:cs typeface="Times New Roman" panose="02020603050405020304" pitchFamily="18" charset="0"/>
            </a:rPr>
            <a:t>Theo dõi sát sao tiến độ công việc, dự án</a:t>
          </a:r>
          <a:endParaRPr lang="en-US" dirty="0">
            <a:latin typeface="Times New Roman" panose="02020603050405020304" pitchFamily="18" charset="0"/>
            <a:cs typeface="Times New Roman" panose="02020603050405020304" pitchFamily="18" charset="0"/>
          </a:endParaRPr>
        </a:p>
      </dgm:t>
    </dgm:pt>
    <dgm:pt modelId="{C55A59BD-F344-4EEC-B65D-F382AB93BB55}" type="parTrans" cxnId="{5CF8B328-0096-4EEA-826A-D44D0B82CBF0}">
      <dgm:prSet/>
      <dgm:spPr/>
      <dgm:t>
        <a:bodyPr/>
        <a:lstStyle/>
        <a:p>
          <a:endParaRPr lang="en-US"/>
        </a:p>
      </dgm:t>
    </dgm:pt>
    <dgm:pt modelId="{299B20A4-8585-4960-9F1C-090D71FE72CD}" type="sibTrans" cxnId="{5CF8B328-0096-4EEA-826A-D44D0B82CBF0}">
      <dgm:prSet/>
      <dgm:spPr/>
      <dgm:t>
        <a:bodyPr/>
        <a:lstStyle/>
        <a:p>
          <a:endParaRPr lang="en-US"/>
        </a:p>
      </dgm:t>
    </dgm:pt>
    <dgm:pt modelId="{78E09EF1-3888-4673-826D-F7C9755D4244}">
      <dgm:prSet phldrT="[Text]"/>
      <dgm:spPr/>
      <dgm:t>
        <a:bodyPr/>
        <a:lstStyle/>
        <a:p>
          <a:r>
            <a:rPr lang="vi-VN" b="1" dirty="0">
              <a:latin typeface="Times New Roman" panose="02020603050405020304" pitchFamily="18" charset="0"/>
              <a:cs typeface="Times New Roman" panose="02020603050405020304" pitchFamily="18" charset="0"/>
            </a:rPr>
            <a:t>Quản lý hiệu suất làm việc</a:t>
          </a:r>
          <a:endParaRPr lang="en-US" dirty="0">
            <a:latin typeface="Times New Roman" panose="02020603050405020304" pitchFamily="18" charset="0"/>
            <a:cs typeface="Times New Roman" panose="02020603050405020304" pitchFamily="18" charset="0"/>
          </a:endParaRPr>
        </a:p>
      </dgm:t>
    </dgm:pt>
    <dgm:pt modelId="{DD3B4C00-0A09-4B58-8D60-743563D7875F}" type="parTrans" cxnId="{42EE38F6-EA42-454F-9302-16AC7EB55CDB}">
      <dgm:prSet/>
      <dgm:spPr/>
      <dgm:t>
        <a:bodyPr/>
        <a:lstStyle/>
        <a:p>
          <a:endParaRPr lang="en-US"/>
        </a:p>
      </dgm:t>
    </dgm:pt>
    <dgm:pt modelId="{777C3FC9-6E33-4642-A94D-DD960C1451A8}" type="sibTrans" cxnId="{42EE38F6-EA42-454F-9302-16AC7EB55CDB}">
      <dgm:prSet/>
      <dgm:spPr/>
      <dgm:t>
        <a:bodyPr/>
        <a:lstStyle/>
        <a:p>
          <a:endParaRPr lang="en-US"/>
        </a:p>
      </dgm:t>
    </dgm:pt>
    <dgm:pt modelId="{8D659533-A038-4535-B265-658F368B0CDC}" type="pres">
      <dgm:prSet presAssocID="{54BF8A90-06E4-40F9-A5B9-6C2D4EA83F98}" presName="Name0" presStyleCnt="0">
        <dgm:presLayoutVars>
          <dgm:chMax val="7"/>
          <dgm:chPref val="7"/>
          <dgm:dir/>
        </dgm:presLayoutVars>
      </dgm:prSet>
      <dgm:spPr/>
    </dgm:pt>
    <dgm:pt modelId="{4316AB8B-0898-440C-BBAE-EA614D4705BC}" type="pres">
      <dgm:prSet presAssocID="{54BF8A90-06E4-40F9-A5B9-6C2D4EA83F98}" presName="Name1" presStyleCnt="0"/>
      <dgm:spPr/>
    </dgm:pt>
    <dgm:pt modelId="{C4AD7B2D-2F86-4AF9-80B5-7CB08A98EB71}" type="pres">
      <dgm:prSet presAssocID="{54BF8A90-06E4-40F9-A5B9-6C2D4EA83F98}" presName="cycle" presStyleCnt="0"/>
      <dgm:spPr/>
    </dgm:pt>
    <dgm:pt modelId="{E47CA137-6B7E-43DC-AF76-DBD47ED86C31}" type="pres">
      <dgm:prSet presAssocID="{54BF8A90-06E4-40F9-A5B9-6C2D4EA83F98}" presName="srcNode" presStyleLbl="node1" presStyleIdx="0" presStyleCnt="3"/>
      <dgm:spPr/>
    </dgm:pt>
    <dgm:pt modelId="{014FBBC3-3083-479D-BA5F-42F06C1F1296}" type="pres">
      <dgm:prSet presAssocID="{54BF8A90-06E4-40F9-A5B9-6C2D4EA83F98}" presName="conn" presStyleLbl="parChTrans1D2" presStyleIdx="0" presStyleCnt="1"/>
      <dgm:spPr/>
    </dgm:pt>
    <dgm:pt modelId="{62D6F45A-D782-46D5-812A-4578AE84A4DF}" type="pres">
      <dgm:prSet presAssocID="{54BF8A90-06E4-40F9-A5B9-6C2D4EA83F98}" presName="extraNode" presStyleLbl="node1" presStyleIdx="0" presStyleCnt="3"/>
      <dgm:spPr/>
    </dgm:pt>
    <dgm:pt modelId="{7603ADAB-889B-481E-996B-91525C3C8C3C}" type="pres">
      <dgm:prSet presAssocID="{54BF8A90-06E4-40F9-A5B9-6C2D4EA83F98}" presName="dstNode" presStyleLbl="node1" presStyleIdx="0" presStyleCnt="3"/>
      <dgm:spPr/>
    </dgm:pt>
    <dgm:pt modelId="{553794AD-9C9D-4D84-B2C2-AC3B622DD428}" type="pres">
      <dgm:prSet presAssocID="{91E53AF0-F844-4B4B-B5A7-2FA2EA2543FA}" presName="text_1" presStyleLbl="node1" presStyleIdx="0" presStyleCnt="3">
        <dgm:presLayoutVars>
          <dgm:bulletEnabled val="1"/>
        </dgm:presLayoutVars>
      </dgm:prSet>
      <dgm:spPr/>
    </dgm:pt>
    <dgm:pt modelId="{9B0A95BE-3A96-4546-B388-F5D2C5A440F3}" type="pres">
      <dgm:prSet presAssocID="{91E53AF0-F844-4B4B-B5A7-2FA2EA2543FA}" presName="accent_1" presStyleCnt="0"/>
      <dgm:spPr/>
    </dgm:pt>
    <dgm:pt modelId="{5F09689C-02E8-417D-8238-A98867EFC90A}" type="pres">
      <dgm:prSet presAssocID="{91E53AF0-F844-4B4B-B5A7-2FA2EA2543FA}" presName="accentRepeatNode" presStyleLbl="solidFgAcc1" presStyleIdx="0" presStyleCnt="3"/>
      <dgm:spPr/>
    </dgm:pt>
    <dgm:pt modelId="{797683DD-83E4-472B-9A0A-907EA5399D87}" type="pres">
      <dgm:prSet presAssocID="{FF1E725E-07E4-46E7-A6FD-EDE0169304E3}" presName="text_2" presStyleLbl="node1" presStyleIdx="1" presStyleCnt="3">
        <dgm:presLayoutVars>
          <dgm:bulletEnabled val="1"/>
        </dgm:presLayoutVars>
      </dgm:prSet>
      <dgm:spPr/>
    </dgm:pt>
    <dgm:pt modelId="{78A7EA19-E0F4-4763-828A-A2774ACE5DD6}" type="pres">
      <dgm:prSet presAssocID="{FF1E725E-07E4-46E7-A6FD-EDE0169304E3}" presName="accent_2" presStyleCnt="0"/>
      <dgm:spPr/>
    </dgm:pt>
    <dgm:pt modelId="{E49CB588-39A8-4ECB-A28C-074CD620DD47}" type="pres">
      <dgm:prSet presAssocID="{FF1E725E-07E4-46E7-A6FD-EDE0169304E3}" presName="accentRepeatNode" presStyleLbl="solidFgAcc1" presStyleIdx="1" presStyleCnt="3"/>
      <dgm:spPr/>
    </dgm:pt>
    <dgm:pt modelId="{A06DC487-2F7B-4C7F-B9DB-8EC1B5A93A06}" type="pres">
      <dgm:prSet presAssocID="{78E09EF1-3888-4673-826D-F7C9755D4244}" presName="text_3" presStyleLbl="node1" presStyleIdx="2" presStyleCnt="3">
        <dgm:presLayoutVars>
          <dgm:bulletEnabled val="1"/>
        </dgm:presLayoutVars>
      </dgm:prSet>
      <dgm:spPr/>
    </dgm:pt>
    <dgm:pt modelId="{91346906-A494-4CB7-8C92-6406040872F3}" type="pres">
      <dgm:prSet presAssocID="{78E09EF1-3888-4673-826D-F7C9755D4244}" presName="accent_3" presStyleCnt="0"/>
      <dgm:spPr/>
    </dgm:pt>
    <dgm:pt modelId="{557B046D-1CCE-40C1-BB11-6C13E445B855}" type="pres">
      <dgm:prSet presAssocID="{78E09EF1-3888-4673-826D-F7C9755D4244}" presName="accentRepeatNode" presStyleLbl="solidFgAcc1" presStyleIdx="2" presStyleCnt="3"/>
      <dgm:spPr/>
    </dgm:pt>
  </dgm:ptLst>
  <dgm:cxnLst>
    <dgm:cxn modelId="{5CF8B328-0096-4EEA-826A-D44D0B82CBF0}" srcId="{54BF8A90-06E4-40F9-A5B9-6C2D4EA83F98}" destId="{FF1E725E-07E4-46E7-A6FD-EDE0169304E3}" srcOrd="1" destOrd="0" parTransId="{C55A59BD-F344-4EEC-B65D-F382AB93BB55}" sibTransId="{299B20A4-8585-4960-9F1C-090D71FE72CD}"/>
    <dgm:cxn modelId="{229C1B5A-250A-4291-8529-9C47F68BB8BC}" type="presOf" srcId="{FF1E725E-07E4-46E7-A6FD-EDE0169304E3}" destId="{797683DD-83E4-472B-9A0A-907EA5399D87}" srcOrd="0" destOrd="0" presId="urn:microsoft.com/office/officeart/2008/layout/VerticalCurvedList"/>
    <dgm:cxn modelId="{F1BDDB7F-5FC9-4EDF-9C12-FEF4002DEB3F}" type="presOf" srcId="{22F33E9D-946A-4DEE-9513-62D893A34B49}" destId="{014FBBC3-3083-479D-BA5F-42F06C1F1296}" srcOrd="0" destOrd="0" presId="urn:microsoft.com/office/officeart/2008/layout/VerticalCurvedList"/>
    <dgm:cxn modelId="{CA30CA8C-938C-4123-BF9A-2D612B9B8F85}" srcId="{54BF8A90-06E4-40F9-A5B9-6C2D4EA83F98}" destId="{91E53AF0-F844-4B4B-B5A7-2FA2EA2543FA}" srcOrd="0" destOrd="0" parTransId="{C6B198CD-C957-4A48-85BA-DC7FE548D168}" sibTransId="{22F33E9D-946A-4DEE-9513-62D893A34B49}"/>
    <dgm:cxn modelId="{C60B8DDF-66EC-4DF3-864D-291DA243A221}" type="presOf" srcId="{54BF8A90-06E4-40F9-A5B9-6C2D4EA83F98}" destId="{8D659533-A038-4535-B265-658F368B0CDC}" srcOrd="0" destOrd="0" presId="urn:microsoft.com/office/officeart/2008/layout/VerticalCurvedList"/>
    <dgm:cxn modelId="{6144BDE7-1DA1-408D-AFCB-D1287BCCFE94}" type="presOf" srcId="{78E09EF1-3888-4673-826D-F7C9755D4244}" destId="{A06DC487-2F7B-4C7F-B9DB-8EC1B5A93A06}" srcOrd="0" destOrd="0" presId="urn:microsoft.com/office/officeart/2008/layout/VerticalCurvedList"/>
    <dgm:cxn modelId="{62BFF7EE-3714-46CD-A79C-80A3B39DD6C4}" type="presOf" srcId="{91E53AF0-F844-4B4B-B5A7-2FA2EA2543FA}" destId="{553794AD-9C9D-4D84-B2C2-AC3B622DD428}" srcOrd="0" destOrd="0" presId="urn:microsoft.com/office/officeart/2008/layout/VerticalCurvedList"/>
    <dgm:cxn modelId="{42EE38F6-EA42-454F-9302-16AC7EB55CDB}" srcId="{54BF8A90-06E4-40F9-A5B9-6C2D4EA83F98}" destId="{78E09EF1-3888-4673-826D-F7C9755D4244}" srcOrd="2" destOrd="0" parTransId="{DD3B4C00-0A09-4B58-8D60-743563D7875F}" sibTransId="{777C3FC9-6E33-4642-A94D-DD960C1451A8}"/>
    <dgm:cxn modelId="{8ED3EA55-CC3F-4889-85B7-642AED50E40D}" type="presParOf" srcId="{8D659533-A038-4535-B265-658F368B0CDC}" destId="{4316AB8B-0898-440C-BBAE-EA614D4705BC}" srcOrd="0" destOrd="0" presId="urn:microsoft.com/office/officeart/2008/layout/VerticalCurvedList"/>
    <dgm:cxn modelId="{E3618913-8EFF-4C68-8C9A-D3D877C6E305}" type="presParOf" srcId="{4316AB8B-0898-440C-BBAE-EA614D4705BC}" destId="{C4AD7B2D-2F86-4AF9-80B5-7CB08A98EB71}" srcOrd="0" destOrd="0" presId="urn:microsoft.com/office/officeart/2008/layout/VerticalCurvedList"/>
    <dgm:cxn modelId="{CC1DFDF5-7264-4D5C-90E5-143FDC4A6043}" type="presParOf" srcId="{C4AD7B2D-2F86-4AF9-80B5-7CB08A98EB71}" destId="{E47CA137-6B7E-43DC-AF76-DBD47ED86C31}" srcOrd="0" destOrd="0" presId="urn:microsoft.com/office/officeart/2008/layout/VerticalCurvedList"/>
    <dgm:cxn modelId="{10AA2651-543B-4BFB-8876-3E9ACB7408BC}" type="presParOf" srcId="{C4AD7B2D-2F86-4AF9-80B5-7CB08A98EB71}" destId="{014FBBC3-3083-479D-BA5F-42F06C1F1296}" srcOrd="1" destOrd="0" presId="urn:microsoft.com/office/officeart/2008/layout/VerticalCurvedList"/>
    <dgm:cxn modelId="{D40ED66C-5987-4A3F-A67C-F975C76E59EB}" type="presParOf" srcId="{C4AD7B2D-2F86-4AF9-80B5-7CB08A98EB71}" destId="{62D6F45A-D782-46D5-812A-4578AE84A4DF}" srcOrd="2" destOrd="0" presId="urn:microsoft.com/office/officeart/2008/layout/VerticalCurvedList"/>
    <dgm:cxn modelId="{2AF359CD-5414-480B-8E9B-E324F9092CD1}" type="presParOf" srcId="{C4AD7B2D-2F86-4AF9-80B5-7CB08A98EB71}" destId="{7603ADAB-889B-481E-996B-91525C3C8C3C}" srcOrd="3" destOrd="0" presId="urn:microsoft.com/office/officeart/2008/layout/VerticalCurvedList"/>
    <dgm:cxn modelId="{A19230A4-6A0D-42C8-BB9E-FB7ECBAE8528}" type="presParOf" srcId="{4316AB8B-0898-440C-BBAE-EA614D4705BC}" destId="{553794AD-9C9D-4D84-B2C2-AC3B622DD428}" srcOrd="1" destOrd="0" presId="urn:microsoft.com/office/officeart/2008/layout/VerticalCurvedList"/>
    <dgm:cxn modelId="{05E669AE-6662-42FC-8B1D-78DE6CEED265}" type="presParOf" srcId="{4316AB8B-0898-440C-BBAE-EA614D4705BC}" destId="{9B0A95BE-3A96-4546-B388-F5D2C5A440F3}" srcOrd="2" destOrd="0" presId="urn:microsoft.com/office/officeart/2008/layout/VerticalCurvedList"/>
    <dgm:cxn modelId="{E5A10919-15E3-4F9B-94FC-A8F2740B1AF9}" type="presParOf" srcId="{9B0A95BE-3A96-4546-B388-F5D2C5A440F3}" destId="{5F09689C-02E8-417D-8238-A98867EFC90A}" srcOrd="0" destOrd="0" presId="urn:microsoft.com/office/officeart/2008/layout/VerticalCurvedList"/>
    <dgm:cxn modelId="{C52515F8-BC5A-491D-B003-1B52422AE24D}" type="presParOf" srcId="{4316AB8B-0898-440C-BBAE-EA614D4705BC}" destId="{797683DD-83E4-472B-9A0A-907EA5399D87}" srcOrd="3" destOrd="0" presId="urn:microsoft.com/office/officeart/2008/layout/VerticalCurvedList"/>
    <dgm:cxn modelId="{44B026C7-1DDD-4E74-91F2-706508D8C1D7}" type="presParOf" srcId="{4316AB8B-0898-440C-BBAE-EA614D4705BC}" destId="{78A7EA19-E0F4-4763-828A-A2774ACE5DD6}" srcOrd="4" destOrd="0" presId="urn:microsoft.com/office/officeart/2008/layout/VerticalCurvedList"/>
    <dgm:cxn modelId="{81208BA4-B910-4BB1-ADC3-02A6BD8A0FBC}" type="presParOf" srcId="{78A7EA19-E0F4-4763-828A-A2774ACE5DD6}" destId="{E49CB588-39A8-4ECB-A28C-074CD620DD47}" srcOrd="0" destOrd="0" presId="urn:microsoft.com/office/officeart/2008/layout/VerticalCurvedList"/>
    <dgm:cxn modelId="{D3EC228B-B351-49CB-B1B0-34EDA2DAA850}" type="presParOf" srcId="{4316AB8B-0898-440C-BBAE-EA614D4705BC}" destId="{A06DC487-2F7B-4C7F-B9DB-8EC1B5A93A06}" srcOrd="5" destOrd="0" presId="urn:microsoft.com/office/officeart/2008/layout/VerticalCurvedList"/>
    <dgm:cxn modelId="{4470713A-693E-4502-AFF2-2AB432B809F4}" type="presParOf" srcId="{4316AB8B-0898-440C-BBAE-EA614D4705BC}" destId="{91346906-A494-4CB7-8C92-6406040872F3}" srcOrd="6" destOrd="0" presId="urn:microsoft.com/office/officeart/2008/layout/VerticalCurvedList"/>
    <dgm:cxn modelId="{6D86AA9F-E849-4091-9EFE-7517FE04C931}" type="presParOf" srcId="{91346906-A494-4CB7-8C92-6406040872F3}" destId="{557B046D-1CCE-40C1-BB11-6C13E445B855}"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3196C18-344E-43F6-B876-2650BD656F91}"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B94CFA66-2286-4BB6-9EB6-0314FD99F68D}">
      <dgm:prSet phldrT="[Text]" custT="1"/>
      <dgm:spPr>
        <a:solidFill>
          <a:schemeClr val="bg2">
            <a:lumMod val="50000"/>
          </a:schemeClr>
        </a:solidFill>
        <a:ln>
          <a:solidFill>
            <a:srgbClr val="FFC000"/>
          </a:solidFill>
        </a:ln>
      </dgm:spPr>
      <dgm:t>
        <a:bodyPr/>
        <a:lstStyle/>
        <a:p>
          <a:pPr algn="l"/>
          <a:r>
            <a:rPr lang="vi-VN" sz="20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 </a:t>
          </a:r>
          <a:endParaRPr lang="en-US" sz="20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8F420639-215A-466A-BD3D-9EE467F4CB51}" type="parTrans" cxnId="{E61BFA19-E200-4217-94F7-1E8658317AAB}">
      <dgm:prSet/>
      <dgm:spPr/>
      <dgm:t>
        <a:bodyPr/>
        <a:lstStyle/>
        <a:p>
          <a:endParaRPr lang="en-US"/>
        </a:p>
      </dgm:t>
    </dgm:pt>
    <dgm:pt modelId="{153D8998-209F-4A51-A17D-2974EB046C29}" type="sibTrans" cxnId="{E61BFA19-E200-4217-94F7-1E8658317AAB}">
      <dgm:prSet/>
      <dgm:spPr/>
      <dgm:t>
        <a:bodyPr/>
        <a:lstStyle/>
        <a:p>
          <a:endParaRPr lang="en-US"/>
        </a:p>
      </dgm:t>
    </dgm:pt>
    <dgm:pt modelId="{D13EA12C-57F7-4C37-9F2B-063809E4C4F5}">
      <dgm:prSet phldrT="[Text]" custT="1"/>
      <dgm:spPr/>
      <dgm:t>
        <a:bodyPr/>
        <a:lstStyle/>
        <a:p>
          <a:pPr algn="l"/>
          <a:r>
            <a:rPr lang="vi-VN"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Phê duyệt điện tử</a:t>
          </a:r>
          <a:endParaRPr lang="en-US"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52051AE4-8084-4E14-86B0-42347B3ABFB1}" type="parTrans" cxnId="{920179BC-B148-4032-B796-F6DECE225C1C}">
      <dgm:prSet/>
      <dgm:spPr/>
      <dgm:t>
        <a:bodyPr/>
        <a:lstStyle/>
        <a:p>
          <a:endParaRPr lang="en-US"/>
        </a:p>
      </dgm:t>
    </dgm:pt>
    <dgm:pt modelId="{6BE42257-14DE-467F-B4FA-14564B3DFA90}" type="sibTrans" cxnId="{920179BC-B148-4032-B796-F6DECE225C1C}">
      <dgm:prSet/>
      <dgm:spPr/>
      <dgm:t>
        <a:bodyPr/>
        <a:lstStyle/>
        <a:p>
          <a:endParaRPr lang="en-US"/>
        </a:p>
      </dgm:t>
    </dgm:pt>
    <dgm:pt modelId="{F387C368-AC53-4F2D-816A-8947A782297F}">
      <dgm:prSet phldrT="[Text]" custT="1"/>
      <dgm:spPr>
        <a:solidFill>
          <a:schemeClr val="bg2">
            <a:lumMod val="50000"/>
          </a:schemeClr>
        </a:solidFill>
        <a:ln>
          <a:solidFill>
            <a:srgbClr val="FFC000"/>
          </a:solidFill>
        </a:ln>
      </dgm:spPr>
      <dgm:t>
        <a:bodyPr/>
        <a:lstStyle/>
        <a:p>
          <a:pPr algn="l"/>
          <a:endParaRPr lang="en-US" sz="20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AF3081A8-6532-4E87-AFE4-441EB532FE42}" type="parTrans" cxnId="{22851FCB-F72B-43C5-B9B4-E8401BD1344F}">
      <dgm:prSet/>
      <dgm:spPr/>
      <dgm:t>
        <a:bodyPr/>
        <a:lstStyle/>
        <a:p>
          <a:endParaRPr lang="en-US"/>
        </a:p>
      </dgm:t>
    </dgm:pt>
    <dgm:pt modelId="{9FC4AB03-DBEB-4E0D-A616-7D6134230A20}" type="sibTrans" cxnId="{22851FCB-F72B-43C5-B9B4-E8401BD1344F}">
      <dgm:prSet/>
      <dgm:spPr/>
      <dgm:t>
        <a:bodyPr/>
        <a:lstStyle/>
        <a:p>
          <a:endParaRPr lang="en-US"/>
        </a:p>
      </dgm:t>
    </dgm:pt>
    <dgm:pt modelId="{EAABB5CE-6D63-4431-94AF-7F3A3326E195}">
      <dgm:prSet phldrT="[Text]" custT="1"/>
      <dgm:spPr>
        <a:solidFill>
          <a:schemeClr val="bg2">
            <a:lumMod val="50000"/>
          </a:schemeClr>
        </a:solidFill>
        <a:ln>
          <a:solidFill>
            <a:srgbClr val="FFC000"/>
          </a:solidFill>
        </a:ln>
      </dgm:spPr>
      <dgm:t>
        <a:bodyPr/>
        <a:lstStyle/>
        <a:p>
          <a:pPr algn="l"/>
          <a:r>
            <a:rPr lang="vi-VN" sz="20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 </a:t>
          </a:r>
          <a:endParaRPr lang="en-US" sz="20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CB9DB9C6-1186-4050-8974-4B6430B64864}" type="parTrans" cxnId="{AED81AB3-7FAD-4356-AB65-ED435D57D9AA}">
      <dgm:prSet/>
      <dgm:spPr/>
      <dgm:t>
        <a:bodyPr/>
        <a:lstStyle/>
        <a:p>
          <a:endParaRPr lang="en-US"/>
        </a:p>
      </dgm:t>
    </dgm:pt>
    <dgm:pt modelId="{3C4622AB-6CAC-4B49-85E8-C60EFF8EB391}" type="sibTrans" cxnId="{AED81AB3-7FAD-4356-AB65-ED435D57D9AA}">
      <dgm:prSet/>
      <dgm:spPr/>
      <dgm:t>
        <a:bodyPr/>
        <a:lstStyle/>
        <a:p>
          <a:endParaRPr lang="en-US"/>
        </a:p>
      </dgm:t>
    </dgm:pt>
    <dgm:pt modelId="{E52B1AFF-CA45-48BD-ACF9-603ABB872DE6}">
      <dgm:prSet custT="1"/>
      <dgm:spPr/>
      <dgm:t>
        <a:bodyPr/>
        <a:lstStyle/>
        <a:p>
          <a:pPr algn="l"/>
          <a:r>
            <a:rPr lang="vi-VN"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Đặt phòng họp/Laptop</a:t>
          </a:r>
          <a:endParaRPr lang="en-US"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C2CADBAE-3A79-4C71-9E4E-4B7F4F562245}" type="parTrans" cxnId="{C0A7F2BD-F612-4197-A8C6-2C802A604217}">
      <dgm:prSet/>
      <dgm:spPr/>
      <dgm:t>
        <a:bodyPr/>
        <a:lstStyle/>
        <a:p>
          <a:endParaRPr lang="en-US"/>
        </a:p>
      </dgm:t>
    </dgm:pt>
    <dgm:pt modelId="{647E18C9-D486-41EE-AFD2-91D75234DD0C}" type="sibTrans" cxnId="{C0A7F2BD-F612-4197-A8C6-2C802A604217}">
      <dgm:prSet/>
      <dgm:spPr/>
      <dgm:t>
        <a:bodyPr/>
        <a:lstStyle/>
        <a:p>
          <a:endParaRPr lang="en-US"/>
        </a:p>
      </dgm:t>
    </dgm:pt>
    <dgm:pt modelId="{3A1B9C54-9DF8-4CFE-B33A-D82407AB0EEE}">
      <dgm:prSet custT="1"/>
      <dgm:spPr/>
      <dgm:t>
        <a:bodyPr/>
        <a:lstStyle/>
        <a:p>
          <a:pPr algn="l"/>
          <a:r>
            <a:rPr lang="vi-VN"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Khảo sát điện tử</a:t>
          </a:r>
          <a:endParaRPr lang="en-US"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803A03F0-21BE-4FE3-B1D5-A3694C248C3C}" type="parTrans" cxnId="{57F5379B-A975-4D90-ADB7-82BFD9B003A1}">
      <dgm:prSet/>
      <dgm:spPr/>
      <dgm:t>
        <a:bodyPr/>
        <a:lstStyle/>
        <a:p>
          <a:endParaRPr lang="en-US"/>
        </a:p>
      </dgm:t>
    </dgm:pt>
    <dgm:pt modelId="{74A92F16-4476-4CDB-A5D4-EDEF75A5B5F4}" type="sibTrans" cxnId="{57F5379B-A975-4D90-ADB7-82BFD9B003A1}">
      <dgm:prSet/>
      <dgm:spPr/>
      <dgm:t>
        <a:bodyPr/>
        <a:lstStyle/>
        <a:p>
          <a:endParaRPr lang="en-US"/>
        </a:p>
      </dgm:t>
    </dgm:pt>
    <dgm:pt modelId="{52FC6FE3-66FD-4461-A509-614D720AF53B}">
      <dgm:prSet custT="1"/>
      <dgm:spPr/>
      <dgm:t>
        <a:bodyPr/>
        <a:lstStyle/>
        <a:p>
          <a:pPr algn="l"/>
          <a:r>
            <a:rPr lang="vi-VN"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Bảng tin</a:t>
          </a:r>
          <a:endParaRPr lang="en-US" sz="36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BDCDF82F-8A12-4DC4-B327-C6916BA82CDE}" type="parTrans" cxnId="{0215274D-CC92-4FE1-82AE-514FE3DE5625}">
      <dgm:prSet/>
      <dgm:spPr/>
      <dgm:t>
        <a:bodyPr/>
        <a:lstStyle/>
        <a:p>
          <a:endParaRPr lang="en-US"/>
        </a:p>
      </dgm:t>
    </dgm:pt>
    <dgm:pt modelId="{089CBEBB-FA91-4498-8870-8EEF72B56921}" type="sibTrans" cxnId="{0215274D-CC92-4FE1-82AE-514FE3DE5625}">
      <dgm:prSet/>
      <dgm:spPr/>
      <dgm:t>
        <a:bodyPr/>
        <a:lstStyle/>
        <a:p>
          <a:endParaRPr lang="en-US"/>
        </a:p>
      </dgm:t>
    </dgm:pt>
    <dgm:pt modelId="{862C072A-8E71-4106-A1EF-13E2A6AE8CCF}">
      <dgm:prSet phldrT="[Text]" custT="1"/>
      <dgm:spPr>
        <a:solidFill>
          <a:schemeClr val="bg2">
            <a:lumMod val="50000"/>
          </a:schemeClr>
        </a:solidFill>
        <a:ln>
          <a:solidFill>
            <a:srgbClr val="FFC000"/>
          </a:solidFill>
        </a:ln>
      </dgm:spPr>
      <dgm:t>
        <a:bodyPr/>
        <a:lstStyle/>
        <a:p>
          <a:pPr algn="l"/>
          <a:r>
            <a:rPr lang="vi-VN" sz="20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 </a:t>
          </a:r>
          <a:endParaRPr lang="en-US" sz="2000" b="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gm:t>
    </dgm:pt>
    <dgm:pt modelId="{63BB5FE2-5459-4D1C-8E51-A51F6FFD439B}" type="sibTrans" cxnId="{CDB51260-7C78-4E09-A350-74CF547C6052}">
      <dgm:prSet/>
      <dgm:spPr/>
      <dgm:t>
        <a:bodyPr/>
        <a:lstStyle/>
        <a:p>
          <a:endParaRPr lang="en-US"/>
        </a:p>
      </dgm:t>
    </dgm:pt>
    <dgm:pt modelId="{9700C548-D377-47BF-8725-C65CEA253ADA}" type="parTrans" cxnId="{CDB51260-7C78-4E09-A350-74CF547C6052}">
      <dgm:prSet/>
      <dgm:spPr/>
      <dgm:t>
        <a:bodyPr/>
        <a:lstStyle/>
        <a:p>
          <a:endParaRPr lang="en-US"/>
        </a:p>
      </dgm:t>
    </dgm:pt>
    <dgm:pt modelId="{BD9A1BB6-C6A4-4890-9BF7-0408295DA743}">
      <dgm:prSet custT="1"/>
      <dgm:spPr>
        <a:solidFill>
          <a:srgbClr val="E8E8E8">
            <a:lumMod val="50000"/>
          </a:srgbClr>
        </a:solidFill>
        <a:ln w="19050" cap="flat" cmpd="sng" algn="ctr">
          <a:solidFill>
            <a:srgbClr val="FFC000"/>
          </a:solidFill>
          <a:prstDash val="solid"/>
          <a:miter lim="800000"/>
        </a:ln>
        <a:effectLst/>
      </dgm:spPr>
      <dgm:t>
        <a:bodyPr spcFirstLastPara="0" vert="horz" wrap="square" lIns="12700" tIns="12700" rIns="12700" bIns="12700" numCol="1" spcCol="1270" anchor="ctr" anchorCtr="0"/>
        <a:lstStyle/>
        <a:p>
          <a:pPr marL="0" lvl="0" indent="0" algn="l" defTabSz="889000">
            <a:lnSpc>
              <a:spcPct val="90000"/>
            </a:lnSpc>
            <a:spcBef>
              <a:spcPct val="0"/>
            </a:spcBef>
            <a:spcAft>
              <a:spcPct val="35000"/>
            </a:spcAft>
            <a:buNone/>
          </a:pPr>
          <a:endParaRPr lang="en-US" sz="20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endParaRPr>
        </a:p>
      </dgm:t>
    </dgm:pt>
    <dgm:pt modelId="{730ADE1E-67AC-448F-A899-547F5CE29A1E}" type="parTrans" cxnId="{772651BE-1B2C-4EF9-BC69-EE4B70C5A80B}">
      <dgm:prSet/>
      <dgm:spPr/>
      <dgm:t>
        <a:bodyPr/>
        <a:lstStyle/>
        <a:p>
          <a:endParaRPr lang="en-US"/>
        </a:p>
      </dgm:t>
    </dgm:pt>
    <dgm:pt modelId="{14E1507A-6F6F-4D1C-A4D5-1BF1890C3946}" type="sibTrans" cxnId="{772651BE-1B2C-4EF9-BC69-EE4B70C5A80B}">
      <dgm:prSet/>
      <dgm:spPr/>
      <dgm:t>
        <a:bodyPr/>
        <a:lstStyle/>
        <a:p>
          <a:endParaRPr lang="en-US"/>
        </a:p>
      </dgm:t>
    </dgm:pt>
    <dgm:pt modelId="{E79EECDF-10CF-4465-B5EE-C8D86B1A989D}">
      <dgm:prSet custT="1"/>
      <dgm:spPr/>
      <dgm:t>
        <a:bodyPr/>
        <a:lstStyle/>
        <a:p>
          <a:pPr marL="285750" lvl="1" indent="-285750" algn="l" defTabSz="1600200">
            <a:lnSpc>
              <a:spcPct val="90000"/>
            </a:lnSpc>
            <a:spcBef>
              <a:spcPct val="0"/>
            </a:spcBef>
            <a:spcAft>
              <a:spcPct val="15000"/>
            </a:spcAft>
            <a:buChar char="•"/>
          </a:pPr>
          <a:r>
            <a:rPr lang="vi-VN"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rPr>
            <a:t>Lưu trữ tài liệu</a:t>
          </a:r>
          <a:endParaRPr lang="en-US"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endParaRPr>
        </a:p>
      </dgm:t>
    </dgm:pt>
    <dgm:pt modelId="{EC5B055E-798E-40B4-ACCB-1383634BD85D}" type="parTrans" cxnId="{A157F71A-AD0F-451C-B6FE-AE73ABC07C06}">
      <dgm:prSet/>
      <dgm:spPr/>
      <dgm:t>
        <a:bodyPr/>
        <a:lstStyle/>
        <a:p>
          <a:endParaRPr lang="en-US"/>
        </a:p>
      </dgm:t>
    </dgm:pt>
    <dgm:pt modelId="{A1AA103B-23AD-4BC5-AB95-ED32EF25C28C}" type="sibTrans" cxnId="{A157F71A-AD0F-451C-B6FE-AE73ABC07C06}">
      <dgm:prSet/>
      <dgm:spPr/>
      <dgm:t>
        <a:bodyPr/>
        <a:lstStyle/>
        <a:p>
          <a:endParaRPr lang="en-US"/>
        </a:p>
      </dgm:t>
    </dgm:pt>
    <dgm:pt modelId="{BF0C6BDB-4935-4138-9CDF-E3E4B90A92B1}" type="pres">
      <dgm:prSet presAssocID="{D3196C18-344E-43F6-B876-2650BD656F91}" presName="linearFlow" presStyleCnt="0">
        <dgm:presLayoutVars>
          <dgm:dir/>
          <dgm:animLvl val="lvl"/>
          <dgm:resizeHandles val="exact"/>
        </dgm:presLayoutVars>
      </dgm:prSet>
      <dgm:spPr/>
    </dgm:pt>
    <dgm:pt modelId="{544BE7EC-E004-4A5D-8B5D-4EE8731258DF}" type="pres">
      <dgm:prSet presAssocID="{B94CFA66-2286-4BB6-9EB6-0314FD99F68D}" presName="composite" presStyleCnt="0"/>
      <dgm:spPr/>
    </dgm:pt>
    <dgm:pt modelId="{262558A4-BDBB-403D-ADF9-A212687DEA1A}" type="pres">
      <dgm:prSet presAssocID="{B94CFA66-2286-4BB6-9EB6-0314FD99F68D}" presName="parentText" presStyleLbl="alignNode1" presStyleIdx="0" presStyleCnt="5">
        <dgm:presLayoutVars>
          <dgm:chMax val="1"/>
          <dgm:bulletEnabled val="1"/>
        </dgm:presLayoutVars>
      </dgm:prSet>
      <dgm:spPr/>
    </dgm:pt>
    <dgm:pt modelId="{8D5E1D58-F297-4D9A-BF92-98314727BA02}" type="pres">
      <dgm:prSet presAssocID="{B94CFA66-2286-4BB6-9EB6-0314FD99F68D}" presName="descendantText" presStyleLbl="alignAcc1" presStyleIdx="0" presStyleCnt="5">
        <dgm:presLayoutVars>
          <dgm:bulletEnabled val="1"/>
        </dgm:presLayoutVars>
      </dgm:prSet>
      <dgm:spPr/>
    </dgm:pt>
    <dgm:pt modelId="{30EE6681-EF50-4281-9D4A-FAF6D0ADDBA8}" type="pres">
      <dgm:prSet presAssocID="{153D8998-209F-4A51-A17D-2974EB046C29}" presName="sp" presStyleCnt="0"/>
      <dgm:spPr/>
    </dgm:pt>
    <dgm:pt modelId="{929DB4D3-F8A3-406D-8FF1-C1C2F2D19CDE}" type="pres">
      <dgm:prSet presAssocID="{F387C368-AC53-4F2D-816A-8947A782297F}" presName="composite" presStyleCnt="0"/>
      <dgm:spPr/>
    </dgm:pt>
    <dgm:pt modelId="{AEC2C9DC-9267-4D7E-8C88-BFD44F221022}" type="pres">
      <dgm:prSet presAssocID="{F387C368-AC53-4F2D-816A-8947A782297F}" presName="parentText" presStyleLbl="alignNode1" presStyleIdx="1" presStyleCnt="5">
        <dgm:presLayoutVars>
          <dgm:chMax val="1"/>
          <dgm:bulletEnabled val="1"/>
        </dgm:presLayoutVars>
      </dgm:prSet>
      <dgm:spPr/>
    </dgm:pt>
    <dgm:pt modelId="{8FE03D91-6561-4894-AA28-26829C974AB6}" type="pres">
      <dgm:prSet presAssocID="{F387C368-AC53-4F2D-816A-8947A782297F}" presName="descendantText" presStyleLbl="alignAcc1" presStyleIdx="1" presStyleCnt="5">
        <dgm:presLayoutVars>
          <dgm:bulletEnabled val="1"/>
        </dgm:presLayoutVars>
      </dgm:prSet>
      <dgm:spPr/>
    </dgm:pt>
    <dgm:pt modelId="{5F82169E-90FC-458B-A61F-DB00A6F3841B}" type="pres">
      <dgm:prSet presAssocID="{9FC4AB03-DBEB-4E0D-A616-7D6134230A20}" presName="sp" presStyleCnt="0"/>
      <dgm:spPr/>
    </dgm:pt>
    <dgm:pt modelId="{CA3F4E19-C450-432F-8E4D-1CC04E3215E9}" type="pres">
      <dgm:prSet presAssocID="{862C072A-8E71-4106-A1EF-13E2A6AE8CCF}" presName="composite" presStyleCnt="0"/>
      <dgm:spPr/>
    </dgm:pt>
    <dgm:pt modelId="{FCBA071D-3A22-4048-AAEA-2DD982B43322}" type="pres">
      <dgm:prSet presAssocID="{862C072A-8E71-4106-A1EF-13E2A6AE8CCF}" presName="parentText" presStyleLbl="alignNode1" presStyleIdx="2" presStyleCnt="5">
        <dgm:presLayoutVars>
          <dgm:chMax val="1"/>
          <dgm:bulletEnabled val="1"/>
        </dgm:presLayoutVars>
      </dgm:prSet>
      <dgm:spPr/>
    </dgm:pt>
    <dgm:pt modelId="{3C29E18D-5EDB-4727-95DD-23758643925A}" type="pres">
      <dgm:prSet presAssocID="{862C072A-8E71-4106-A1EF-13E2A6AE8CCF}" presName="descendantText" presStyleLbl="alignAcc1" presStyleIdx="2" presStyleCnt="5">
        <dgm:presLayoutVars>
          <dgm:bulletEnabled val="1"/>
        </dgm:presLayoutVars>
      </dgm:prSet>
      <dgm:spPr/>
    </dgm:pt>
    <dgm:pt modelId="{7FFB1F7F-C125-4E24-B23C-5C4A850ADAFA}" type="pres">
      <dgm:prSet presAssocID="{63BB5FE2-5459-4D1C-8E51-A51F6FFD439B}" presName="sp" presStyleCnt="0"/>
      <dgm:spPr/>
    </dgm:pt>
    <dgm:pt modelId="{55EA91E2-9E55-4566-82D4-FC20B1E9CBAE}" type="pres">
      <dgm:prSet presAssocID="{EAABB5CE-6D63-4431-94AF-7F3A3326E195}" presName="composite" presStyleCnt="0"/>
      <dgm:spPr/>
    </dgm:pt>
    <dgm:pt modelId="{15C240F4-AE97-49E6-BF4F-F88AA69A0417}" type="pres">
      <dgm:prSet presAssocID="{EAABB5CE-6D63-4431-94AF-7F3A3326E195}" presName="parentText" presStyleLbl="alignNode1" presStyleIdx="3" presStyleCnt="5">
        <dgm:presLayoutVars>
          <dgm:chMax val="1"/>
          <dgm:bulletEnabled val="1"/>
        </dgm:presLayoutVars>
      </dgm:prSet>
      <dgm:spPr/>
    </dgm:pt>
    <dgm:pt modelId="{D989E16C-0820-4752-A40E-6DCA344F7C40}" type="pres">
      <dgm:prSet presAssocID="{EAABB5CE-6D63-4431-94AF-7F3A3326E195}" presName="descendantText" presStyleLbl="alignAcc1" presStyleIdx="3" presStyleCnt="5">
        <dgm:presLayoutVars>
          <dgm:bulletEnabled val="1"/>
        </dgm:presLayoutVars>
      </dgm:prSet>
      <dgm:spPr/>
    </dgm:pt>
    <dgm:pt modelId="{601CACAC-FAC8-4B50-B927-E5AF6FA269AA}" type="pres">
      <dgm:prSet presAssocID="{3C4622AB-6CAC-4B49-85E8-C60EFF8EB391}" presName="sp" presStyleCnt="0"/>
      <dgm:spPr/>
    </dgm:pt>
    <dgm:pt modelId="{EB3593BC-E03B-485C-9646-EEF1B67500BA}" type="pres">
      <dgm:prSet presAssocID="{BD9A1BB6-C6A4-4890-9BF7-0408295DA743}" presName="composite" presStyleCnt="0"/>
      <dgm:spPr/>
    </dgm:pt>
    <dgm:pt modelId="{9029E7B0-9B2C-4E45-A5C3-018BC18856ED}" type="pres">
      <dgm:prSet presAssocID="{BD9A1BB6-C6A4-4890-9BF7-0408295DA743}" presName="parentText" presStyleLbl="alignNode1" presStyleIdx="4" presStyleCnt="5">
        <dgm:presLayoutVars>
          <dgm:chMax val="1"/>
          <dgm:bulletEnabled val="1"/>
        </dgm:presLayoutVars>
      </dgm:prSet>
      <dgm:spPr>
        <a:xfrm rot="5400000">
          <a:off x="-142066" y="3458541"/>
          <a:ext cx="947109" cy="662976"/>
        </a:xfrm>
        <a:prstGeom prst="chevron">
          <a:avLst/>
        </a:prstGeom>
      </dgm:spPr>
    </dgm:pt>
    <dgm:pt modelId="{01D870D9-16DD-4029-B187-A35B261F65E8}" type="pres">
      <dgm:prSet presAssocID="{BD9A1BB6-C6A4-4890-9BF7-0408295DA743}" presName="descendantText" presStyleLbl="alignAcc1" presStyleIdx="4" presStyleCnt="5">
        <dgm:presLayoutVars>
          <dgm:bulletEnabled val="1"/>
        </dgm:presLayoutVars>
      </dgm:prSet>
      <dgm:spPr/>
    </dgm:pt>
  </dgm:ptLst>
  <dgm:cxnLst>
    <dgm:cxn modelId="{FB166D05-E2F1-4335-8B20-1B27D3605062}" type="presOf" srcId="{D3196C18-344E-43F6-B876-2650BD656F91}" destId="{BF0C6BDB-4935-4138-9CDF-E3E4B90A92B1}" srcOrd="0" destOrd="0" presId="urn:microsoft.com/office/officeart/2005/8/layout/chevron2"/>
    <dgm:cxn modelId="{E61BFA19-E200-4217-94F7-1E8658317AAB}" srcId="{D3196C18-344E-43F6-B876-2650BD656F91}" destId="{B94CFA66-2286-4BB6-9EB6-0314FD99F68D}" srcOrd="0" destOrd="0" parTransId="{8F420639-215A-466A-BD3D-9EE467F4CB51}" sibTransId="{153D8998-209F-4A51-A17D-2974EB046C29}"/>
    <dgm:cxn modelId="{A157F71A-AD0F-451C-B6FE-AE73ABC07C06}" srcId="{BD9A1BB6-C6A4-4890-9BF7-0408295DA743}" destId="{E79EECDF-10CF-4465-B5EE-C8D86B1A989D}" srcOrd="0" destOrd="0" parTransId="{EC5B055E-798E-40B4-ACCB-1383634BD85D}" sibTransId="{A1AA103B-23AD-4BC5-AB95-ED32EF25C28C}"/>
    <dgm:cxn modelId="{AD9E5425-50F2-48A5-956A-973EB404BD18}" type="presOf" srcId="{B94CFA66-2286-4BB6-9EB6-0314FD99F68D}" destId="{262558A4-BDBB-403D-ADF9-A212687DEA1A}" srcOrd="0" destOrd="0" presId="urn:microsoft.com/office/officeart/2005/8/layout/chevron2"/>
    <dgm:cxn modelId="{3D5D3435-15F1-4F9A-9542-AB3B7BE9EF91}" type="presOf" srcId="{BD9A1BB6-C6A4-4890-9BF7-0408295DA743}" destId="{9029E7B0-9B2C-4E45-A5C3-018BC18856ED}" srcOrd="0" destOrd="0" presId="urn:microsoft.com/office/officeart/2005/8/layout/chevron2"/>
    <dgm:cxn modelId="{120E203C-1AF2-4FF8-8E7A-09A8DDCC3164}" type="presOf" srcId="{F387C368-AC53-4F2D-816A-8947A782297F}" destId="{AEC2C9DC-9267-4D7E-8C88-BFD44F221022}" srcOrd="0" destOrd="0" presId="urn:microsoft.com/office/officeart/2005/8/layout/chevron2"/>
    <dgm:cxn modelId="{CDB51260-7C78-4E09-A350-74CF547C6052}" srcId="{D3196C18-344E-43F6-B876-2650BD656F91}" destId="{862C072A-8E71-4106-A1EF-13E2A6AE8CCF}" srcOrd="2" destOrd="0" parTransId="{9700C548-D377-47BF-8725-C65CEA253ADA}" sibTransId="{63BB5FE2-5459-4D1C-8E51-A51F6FFD439B}"/>
    <dgm:cxn modelId="{F8D5E06B-1A03-465E-887A-AA245EE7AF6B}" type="presOf" srcId="{862C072A-8E71-4106-A1EF-13E2A6AE8CCF}" destId="{FCBA071D-3A22-4048-AAEA-2DD982B43322}" srcOrd="0" destOrd="0" presId="urn:microsoft.com/office/officeart/2005/8/layout/chevron2"/>
    <dgm:cxn modelId="{0215274D-CC92-4FE1-82AE-514FE3DE5625}" srcId="{EAABB5CE-6D63-4431-94AF-7F3A3326E195}" destId="{52FC6FE3-66FD-4461-A509-614D720AF53B}" srcOrd="0" destOrd="0" parTransId="{BDCDF82F-8A12-4DC4-B327-C6916BA82CDE}" sibTransId="{089CBEBB-FA91-4498-8870-8EEF72B56921}"/>
    <dgm:cxn modelId="{8D895C53-6F48-47DE-B687-D48F2EFA907A}" type="presOf" srcId="{52FC6FE3-66FD-4461-A509-614D720AF53B}" destId="{D989E16C-0820-4752-A40E-6DCA344F7C40}" srcOrd="0" destOrd="0" presId="urn:microsoft.com/office/officeart/2005/8/layout/chevron2"/>
    <dgm:cxn modelId="{57F5379B-A975-4D90-ADB7-82BFD9B003A1}" srcId="{862C072A-8E71-4106-A1EF-13E2A6AE8CCF}" destId="{3A1B9C54-9DF8-4CFE-B33A-D82407AB0EEE}" srcOrd="0" destOrd="0" parTransId="{803A03F0-21BE-4FE3-B1D5-A3694C248C3C}" sibTransId="{74A92F16-4476-4CDB-A5D4-EDEF75A5B5F4}"/>
    <dgm:cxn modelId="{3378C79D-7A0B-4E3F-A6FC-D4C12CE1028D}" type="presOf" srcId="{EAABB5CE-6D63-4431-94AF-7F3A3326E195}" destId="{15C240F4-AE97-49E6-BF4F-F88AA69A0417}" srcOrd="0" destOrd="0" presId="urn:microsoft.com/office/officeart/2005/8/layout/chevron2"/>
    <dgm:cxn modelId="{D9E2C8AD-89A5-48E1-84A5-995B84F078D7}" type="presOf" srcId="{3A1B9C54-9DF8-4CFE-B33A-D82407AB0EEE}" destId="{3C29E18D-5EDB-4727-95DD-23758643925A}" srcOrd="0" destOrd="0" presId="urn:microsoft.com/office/officeart/2005/8/layout/chevron2"/>
    <dgm:cxn modelId="{AED81AB3-7FAD-4356-AB65-ED435D57D9AA}" srcId="{D3196C18-344E-43F6-B876-2650BD656F91}" destId="{EAABB5CE-6D63-4431-94AF-7F3A3326E195}" srcOrd="3" destOrd="0" parTransId="{CB9DB9C6-1186-4050-8974-4B6430B64864}" sibTransId="{3C4622AB-6CAC-4B49-85E8-C60EFF8EB391}"/>
    <dgm:cxn modelId="{920179BC-B148-4032-B796-F6DECE225C1C}" srcId="{B94CFA66-2286-4BB6-9EB6-0314FD99F68D}" destId="{D13EA12C-57F7-4C37-9F2B-063809E4C4F5}" srcOrd="0" destOrd="0" parTransId="{52051AE4-8084-4E14-86B0-42347B3ABFB1}" sibTransId="{6BE42257-14DE-467F-B4FA-14564B3DFA90}"/>
    <dgm:cxn modelId="{C0A7F2BD-F612-4197-A8C6-2C802A604217}" srcId="{F387C368-AC53-4F2D-816A-8947A782297F}" destId="{E52B1AFF-CA45-48BD-ACF9-603ABB872DE6}" srcOrd="0" destOrd="0" parTransId="{C2CADBAE-3A79-4C71-9E4E-4B7F4F562245}" sibTransId="{647E18C9-D486-41EE-AFD2-91D75234DD0C}"/>
    <dgm:cxn modelId="{5493FDBD-4308-4FFC-B1C2-6EAD0FEDACAB}" type="presOf" srcId="{E79EECDF-10CF-4465-B5EE-C8D86B1A989D}" destId="{01D870D9-16DD-4029-B187-A35B261F65E8}" srcOrd="0" destOrd="0" presId="urn:microsoft.com/office/officeart/2005/8/layout/chevron2"/>
    <dgm:cxn modelId="{772651BE-1B2C-4EF9-BC69-EE4B70C5A80B}" srcId="{D3196C18-344E-43F6-B876-2650BD656F91}" destId="{BD9A1BB6-C6A4-4890-9BF7-0408295DA743}" srcOrd="4" destOrd="0" parTransId="{730ADE1E-67AC-448F-A899-547F5CE29A1E}" sibTransId="{14E1507A-6F6F-4D1C-A4D5-1BF1890C3946}"/>
    <dgm:cxn modelId="{AE686DC7-9F85-4C1D-A49A-DF55DE676776}" type="presOf" srcId="{E52B1AFF-CA45-48BD-ACF9-603ABB872DE6}" destId="{8FE03D91-6561-4894-AA28-26829C974AB6}" srcOrd="0" destOrd="0" presId="urn:microsoft.com/office/officeart/2005/8/layout/chevron2"/>
    <dgm:cxn modelId="{FBFBACC7-45FC-47BB-A16E-F0C2018DF8B9}" type="presOf" srcId="{D13EA12C-57F7-4C37-9F2B-063809E4C4F5}" destId="{8D5E1D58-F297-4D9A-BF92-98314727BA02}" srcOrd="0" destOrd="0" presId="urn:microsoft.com/office/officeart/2005/8/layout/chevron2"/>
    <dgm:cxn modelId="{22851FCB-F72B-43C5-B9B4-E8401BD1344F}" srcId="{D3196C18-344E-43F6-B876-2650BD656F91}" destId="{F387C368-AC53-4F2D-816A-8947A782297F}" srcOrd="1" destOrd="0" parTransId="{AF3081A8-6532-4E87-AFE4-441EB532FE42}" sibTransId="{9FC4AB03-DBEB-4E0D-A616-7D6134230A20}"/>
    <dgm:cxn modelId="{51B6F54D-7B6E-4F3D-927D-516595696F46}" type="presParOf" srcId="{BF0C6BDB-4935-4138-9CDF-E3E4B90A92B1}" destId="{544BE7EC-E004-4A5D-8B5D-4EE8731258DF}" srcOrd="0" destOrd="0" presId="urn:microsoft.com/office/officeart/2005/8/layout/chevron2"/>
    <dgm:cxn modelId="{65BDA270-BD06-466A-BDFB-77B0EF57C766}" type="presParOf" srcId="{544BE7EC-E004-4A5D-8B5D-4EE8731258DF}" destId="{262558A4-BDBB-403D-ADF9-A212687DEA1A}" srcOrd="0" destOrd="0" presId="urn:microsoft.com/office/officeart/2005/8/layout/chevron2"/>
    <dgm:cxn modelId="{09E100F7-2E76-4029-B020-DFEDF9662F83}" type="presParOf" srcId="{544BE7EC-E004-4A5D-8B5D-4EE8731258DF}" destId="{8D5E1D58-F297-4D9A-BF92-98314727BA02}" srcOrd="1" destOrd="0" presId="urn:microsoft.com/office/officeart/2005/8/layout/chevron2"/>
    <dgm:cxn modelId="{8D68206A-970A-4720-B71B-2E4F26717220}" type="presParOf" srcId="{BF0C6BDB-4935-4138-9CDF-E3E4B90A92B1}" destId="{30EE6681-EF50-4281-9D4A-FAF6D0ADDBA8}" srcOrd="1" destOrd="0" presId="urn:microsoft.com/office/officeart/2005/8/layout/chevron2"/>
    <dgm:cxn modelId="{43AFD301-3EE5-44A1-B1A3-E54D87307283}" type="presParOf" srcId="{BF0C6BDB-4935-4138-9CDF-E3E4B90A92B1}" destId="{929DB4D3-F8A3-406D-8FF1-C1C2F2D19CDE}" srcOrd="2" destOrd="0" presId="urn:microsoft.com/office/officeart/2005/8/layout/chevron2"/>
    <dgm:cxn modelId="{DF904BAC-F0A6-40E9-8FEC-F4A5FCCDDD18}" type="presParOf" srcId="{929DB4D3-F8A3-406D-8FF1-C1C2F2D19CDE}" destId="{AEC2C9DC-9267-4D7E-8C88-BFD44F221022}" srcOrd="0" destOrd="0" presId="urn:microsoft.com/office/officeart/2005/8/layout/chevron2"/>
    <dgm:cxn modelId="{0E6DBCA0-B62D-4C09-AA99-BF4A40714E16}" type="presParOf" srcId="{929DB4D3-F8A3-406D-8FF1-C1C2F2D19CDE}" destId="{8FE03D91-6561-4894-AA28-26829C974AB6}" srcOrd="1" destOrd="0" presId="urn:microsoft.com/office/officeart/2005/8/layout/chevron2"/>
    <dgm:cxn modelId="{79EC7ED4-7913-4FB6-9122-061CDF03B9B7}" type="presParOf" srcId="{BF0C6BDB-4935-4138-9CDF-E3E4B90A92B1}" destId="{5F82169E-90FC-458B-A61F-DB00A6F3841B}" srcOrd="3" destOrd="0" presId="urn:microsoft.com/office/officeart/2005/8/layout/chevron2"/>
    <dgm:cxn modelId="{9528A0A8-DE3D-402F-866F-634797974D9B}" type="presParOf" srcId="{BF0C6BDB-4935-4138-9CDF-E3E4B90A92B1}" destId="{CA3F4E19-C450-432F-8E4D-1CC04E3215E9}" srcOrd="4" destOrd="0" presId="urn:microsoft.com/office/officeart/2005/8/layout/chevron2"/>
    <dgm:cxn modelId="{50CB9EFB-740F-475A-A423-54B9A97E36D8}" type="presParOf" srcId="{CA3F4E19-C450-432F-8E4D-1CC04E3215E9}" destId="{FCBA071D-3A22-4048-AAEA-2DD982B43322}" srcOrd="0" destOrd="0" presId="urn:microsoft.com/office/officeart/2005/8/layout/chevron2"/>
    <dgm:cxn modelId="{3AFCCB28-2869-41F9-B66B-8B0EC8650968}" type="presParOf" srcId="{CA3F4E19-C450-432F-8E4D-1CC04E3215E9}" destId="{3C29E18D-5EDB-4727-95DD-23758643925A}" srcOrd="1" destOrd="0" presId="urn:microsoft.com/office/officeart/2005/8/layout/chevron2"/>
    <dgm:cxn modelId="{C4487E03-050C-405F-B547-57DF868AE406}" type="presParOf" srcId="{BF0C6BDB-4935-4138-9CDF-E3E4B90A92B1}" destId="{7FFB1F7F-C125-4E24-B23C-5C4A850ADAFA}" srcOrd="5" destOrd="0" presId="urn:microsoft.com/office/officeart/2005/8/layout/chevron2"/>
    <dgm:cxn modelId="{D689F25C-A54B-43BD-B099-8CE21A4511BE}" type="presParOf" srcId="{BF0C6BDB-4935-4138-9CDF-E3E4B90A92B1}" destId="{55EA91E2-9E55-4566-82D4-FC20B1E9CBAE}" srcOrd="6" destOrd="0" presId="urn:microsoft.com/office/officeart/2005/8/layout/chevron2"/>
    <dgm:cxn modelId="{D63ABD3F-19BD-4F00-8B91-BC78024F0661}" type="presParOf" srcId="{55EA91E2-9E55-4566-82D4-FC20B1E9CBAE}" destId="{15C240F4-AE97-49E6-BF4F-F88AA69A0417}" srcOrd="0" destOrd="0" presId="urn:microsoft.com/office/officeart/2005/8/layout/chevron2"/>
    <dgm:cxn modelId="{F30E9C88-70BE-40FD-A2D5-B0730CCF33BB}" type="presParOf" srcId="{55EA91E2-9E55-4566-82D4-FC20B1E9CBAE}" destId="{D989E16C-0820-4752-A40E-6DCA344F7C40}" srcOrd="1" destOrd="0" presId="urn:microsoft.com/office/officeart/2005/8/layout/chevron2"/>
    <dgm:cxn modelId="{68B6D10C-C014-43B1-A329-EC09CF62D334}" type="presParOf" srcId="{BF0C6BDB-4935-4138-9CDF-E3E4B90A92B1}" destId="{601CACAC-FAC8-4B50-B927-E5AF6FA269AA}" srcOrd="7" destOrd="0" presId="urn:microsoft.com/office/officeart/2005/8/layout/chevron2"/>
    <dgm:cxn modelId="{6B4C0EA9-FD4A-4C1F-8649-C839E3CBC58A}" type="presParOf" srcId="{BF0C6BDB-4935-4138-9CDF-E3E4B90A92B1}" destId="{EB3593BC-E03B-485C-9646-EEF1B67500BA}" srcOrd="8" destOrd="0" presId="urn:microsoft.com/office/officeart/2005/8/layout/chevron2"/>
    <dgm:cxn modelId="{B7AA454C-D0A1-4190-A87E-F5F66CD7863B}" type="presParOf" srcId="{EB3593BC-E03B-485C-9646-EEF1B67500BA}" destId="{9029E7B0-9B2C-4E45-A5C3-018BC18856ED}" srcOrd="0" destOrd="0" presId="urn:microsoft.com/office/officeart/2005/8/layout/chevron2"/>
    <dgm:cxn modelId="{F437EAC1-122B-4B24-AE50-7A77571D21AF}" type="presParOf" srcId="{EB3593BC-E03B-485C-9646-EEF1B67500BA}" destId="{01D870D9-16DD-4029-B187-A35B261F65E8}"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FBBC3-3083-479D-BA5F-42F06C1F1296}">
      <dsp:nvSpPr>
        <dsp:cNvPr id="0" name=""/>
        <dsp:cNvSpPr/>
      </dsp:nvSpPr>
      <dsp:spPr>
        <a:xfrm>
          <a:off x="-5501279" y="-842287"/>
          <a:ext cx="6550200" cy="6550200"/>
        </a:xfrm>
        <a:prstGeom prst="blockArc">
          <a:avLst>
            <a:gd name="adj1" fmla="val 18900000"/>
            <a:gd name="adj2" fmla="val 2700000"/>
            <a:gd name="adj3" fmla="val 33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3794AD-9C9D-4D84-B2C2-AC3B622DD428}">
      <dsp:nvSpPr>
        <dsp:cNvPr id="0" name=""/>
        <dsp:cNvSpPr/>
      </dsp:nvSpPr>
      <dsp:spPr>
        <a:xfrm>
          <a:off x="458613" y="304004"/>
          <a:ext cx="8025175" cy="60839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916" tIns="68580" rIns="68580" bIns="68580" numCol="1" spcCol="1270" anchor="ctr" anchorCtr="0">
          <a:noAutofit/>
        </a:bodyPr>
        <a:lstStyle/>
        <a:p>
          <a:pPr marL="0" lvl="0" indent="0" algn="l" defTabSz="1200150">
            <a:lnSpc>
              <a:spcPct val="90000"/>
            </a:lnSpc>
            <a:spcBef>
              <a:spcPct val="0"/>
            </a:spcBef>
            <a:spcAft>
              <a:spcPct val="35000"/>
            </a:spcAft>
            <a:buNone/>
          </a:pPr>
          <a:r>
            <a:rPr lang="vi-VN" sz="2700" b="1" kern="1200" dirty="0">
              <a:latin typeface="+mj-lt"/>
            </a:rPr>
            <a:t>Lập kế hoạch kinh doanh hiệu quả</a:t>
          </a:r>
          <a:endParaRPr lang="en-US" sz="2700" kern="1200" dirty="0">
            <a:latin typeface="+mj-lt"/>
          </a:endParaRPr>
        </a:p>
      </dsp:txBody>
      <dsp:txXfrm>
        <a:off x="458613" y="304004"/>
        <a:ext cx="8025175" cy="608397"/>
      </dsp:txXfrm>
    </dsp:sp>
    <dsp:sp modelId="{5F09689C-02E8-417D-8238-A98867EFC90A}">
      <dsp:nvSpPr>
        <dsp:cNvPr id="0" name=""/>
        <dsp:cNvSpPr/>
      </dsp:nvSpPr>
      <dsp:spPr>
        <a:xfrm>
          <a:off x="78364" y="227954"/>
          <a:ext cx="760497" cy="760497"/>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7683DD-83E4-472B-9A0A-907EA5399D87}">
      <dsp:nvSpPr>
        <dsp:cNvPr id="0" name=""/>
        <dsp:cNvSpPr/>
      </dsp:nvSpPr>
      <dsp:spPr>
        <a:xfrm>
          <a:off x="894573" y="1216308"/>
          <a:ext cx="7589215" cy="60839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916" tIns="68580" rIns="68580" bIns="68580" numCol="1" spcCol="1270" anchor="ctr" anchorCtr="0">
          <a:noAutofit/>
        </a:bodyPr>
        <a:lstStyle/>
        <a:p>
          <a:pPr marL="0" lvl="0" indent="0" algn="l" defTabSz="1200150">
            <a:lnSpc>
              <a:spcPct val="90000"/>
            </a:lnSpc>
            <a:spcBef>
              <a:spcPct val="0"/>
            </a:spcBef>
            <a:spcAft>
              <a:spcPct val="35000"/>
            </a:spcAft>
            <a:buNone/>
          </a:pPr>
          <a:r>
            <a:rPr lang="vi-VN" sz="2700" b="1" kern="1200" dirty="0">
              <a:latin typeface="+mj-lt"/>
            </a:rPr>
            <a:t>Tối ưu hóa quy trình vận hành</a:t>
          </a:r>
          <a:endParaRPr lang="en-US" sz="2700" kern="1200" dirty="0">
            <a:latin typeface="+mj-lt"/>
          </a:endParaRPr>
        </a:p>
      </dsp:txBody>
      <dsp:txXfrm>
        <a:off x="894573" y="1216308"/>
        <a:ext cx="7589215" cy="608397"/>
      </dsp:txXfrm>
    </dsp:sp>
    <dsp:sp modelId="{E49CB588-39A8-4ECB-A28C-074CD620DD47}">
      <dsp:nvSpPr>
        <dsp:cNvPr id="0" name=""/>
        <dsp:cNvSpPr/>
      </dsp:nvSpPr>
      <dsp:spPr>
        <a:xfrm>
          <a:off x="514324" y="1140259"/>
          <a:ext cx="760497" cy="760497"/>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A480A9F-56D4-4956-8D98-B48D2A0D6986}">
      <dsp:nvSpPr>
        <dsp:cNvPr id="0" name=""/>
        <dsp:cNvSpPr/>
      </dsp:nvSpPr>
      <dsp:spPr>
        <a:xfrm>
          <a:off x="1028377" y="2128613"/>
          <a:ext cx="7455410" cy="60839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916" tIns="68580" rIns="68580" bIns="68580" numCol="1" spcCol="1270" anchor="ctr" anchorCtr="0">
          <a:noAutofit/>
        </a:bodyPr>
        <a:lstStyle/>
        <a:p>
          <a:pPr marL="0" lvl="0" indent="0" algn="l" defTabSz="1200150">
            <a:lnSpc>
              <a:spcPct val="90000"/>
            </a:lnSpc>
            <a:spcBef>
              <a:spcPct val="0"/>
            </a:spcBef>
            <a:spcAft>
              <a:spcPct val="35000"/>
            </a:spcAft>
            <a:buNone/>
          </a:pPr>
          <a:r>
            <a:rPr lang="vi-VN" sz="2700" b="1" kern="1200" dirty="0">
              <a:latin typeface="+mj-lt"/>
            </a:rPr>
            <a:t>Kiểm soát kỹ lưỡng chất lượng đầu vào, đầu ra</a:t>
          </a:r>
          <a:endParaRPr lang="en-US" sz="2700" kern="1200" dirty="0">
            <a:latin typeface="+mj-lt"/>
          </a:endParaRPr>
        </a:p>
      </dsp:txBody>
      <dsp:txXfrm>
        <a:off x="1028377" y="2128613"/>
        <a:ext cx="7455410" cy="608397"/>
      </dsp:txXfrm>
    </dsp:sp>
    <dsp:sp modelId="{0317BBA3-9246-4F42-9311-5BED315C22C4}">
      <dsp:nvSpPr>
        <dsp:cNvPr id="0" name=""/>
        <dsp:cNvSpPr/>
      </dsp:nvSpPr>
      <dsp:spPr>
        <a:xfrm>
          <a:off x="648129" y="2052563"/>
          <a:ext cx="760497" cy="760497"/>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36E6F1-64D5-4F8D-802B-6ECB1867269D}">
      <dsp:nvSpPr>
        <dsp:cNvPr id="0" name=""/>
        <dsp:cNvSpPr/>
      </dsp:nvSpPr>
      <dsp:spPr>
        <a:xfrm>
          <a:off x="894573" y="3040918"/>
          <a:ext cx="7589215" cy="60839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916" tIns="68580" rIns="68580" bIns="68580" numCol="1" spcCol="1270" anchor="ctr" anchorCtr="0">
          <a:noAutofit/>
        </a:bodyPr>
        <a:lstStyle/>
        <a:p>
          <a:pPr marL="0" lvl="0" indent="0" algn="l" defTabSz="1200150">
            <a:lnSpc>
              <a:spcPct val="90000"/>
            </a:lnSpc>
            <a:spcBef>
              <a:spcPct val="0"/>
            </a:spcBef>
            <a:spcAft>
              <a:spcPct val="35000"/>
            </a:spcAft>
            <a:buNone/>
          </a:pPr>
          <a:r>
            <a:rPr lang="vi-VN" sz="2700" b="1" kern="1200" dirty="0">
              <a:latin typeface="+mj-lt"/>
            </a:rPr>
            <a:t>Tính chi phí sản phẩm chính xác</a:t>
          </a:r>
          <a:endParaRPr lang="en-US" sz="2700" kern="1200" dirty="0">
            <a:latin typeface="+mj-lt"/>
          </a:endParaRPr>
        </a:p>
      </dsp:txBody>
      <dsp:txXfrm>
        <a:off x="894573" y="3040918"/>
        <a:ext cx="7589215" cy="608397"/>
      </dsp:txXfrm>
    </dsp:sp>
    <dsp:sp modelId="{557B046D-1CCE-40C1-BB11-6C13E445B855}">
      <dsp:nvSpPr>
        <dsp:cNvPr id="0" name=""/>
        <dsp:cNvSpPr/>
      </dsp:nvSpPr>
      <dsp:spPr>
        <a:xfrm>
          <a:off x="514324" y="2964868"/>
          <a:ext cx="760497" cy="760497"/>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D3122F-6AC5-4921-ACFA-4A9CBF9E2352}">
      <dsp:nvSpPr>
        <dsp:cNvPr id="0" name=""/>
        <dsp:cNvSpPr/>
      </dsp:nvSpPr>
      <dsp:spPr>
        <a:xfrm>
          <a:off x="458613" y="3953223"/>
          <a:ext cx="8025175" cy="60839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2916" tIns="68580" rIns="68580" bIns="68580" numCol="1" spcCol="1270" anchor="ctr" anchorCtr="0">
          <a:noAutofit/>
        </a:bodyPr>
        <a:lstStyle/>
        <a:p>
          <a:pPr marL="0" lvl="0" indent="0" algn="l" defTabSz="1200150">
            <a:lnSpc>
              <a:spcPct val="90000"/>
            </a:lnSpc>
            <a:spcBef>
              <a:spcPct val="0"/>
            </a:spcBef>
            <a:spcAft>
              <a:spcPct val="35000"/>
            </a:spcAft>
            <a:buNone/>
          </a:pPr>
          <a:r>
            <a:rPr lang="vi-VN" sz="2700" b="1" kern="1200" dirty="0">
              <a:latin typeface="+mj-lt"/>
            </a:rPr>
            <a:t>Nắm được tình hình sản xuất nhanh chóng</a:t>
          </a:r>
          <a:endParaRPr lang="en-US" sz="2700" kern="1200" dirty="0">
            <a:latin typeface="+mj-lt"/>
          </a:endParaRPr>
        </a:p>
      </dsp:txBody>
      <dsp:txXfrm>
        <a:off x="458613" y="3953223"/>
        <a:ext cx="8025175" cy="608397"/>
      </dsp:txXfrm>
    </dsp:sp>
    <dsp:sp modelId="{85D5EE8D-6748-43CD-9DD7-F634F1E6EA4E}">
      <dsp:nvSpPr>
        <dsp:cNvPr id="0" name=""/>
        <dsp:cNvSpPr/>
      </dsp:nvSpPr>
      <dsp:spPr>
        <a:xfrm>
          <a:off x="78364" y="3877173"/>
          <a:ext cx="760497" cy="760497"/>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2558A4-BDBB-403D-ADF9-A212687DEA1A}">
      <dsp:nvSpPr>
        <dsp:cNvPr id="0" name=""/>
        <dsp:cNvSpPr/>
      </dsp:nvSpPr>
      <dsp:spPr>
        <a:xfrm rot="5400000">
          <a:off x="-142205" y="143739"/>
          <a:ext cx="948035" cy="663624"/>
        </a:xfrm>
        <a:prstGeom prst="chevron">
          <a:avLst/>
        </a:prstGeom>
        <a:solidFill>
          <a:schemeClr val="bg2">
            <a:lumMod val="50000"/>
          </a:schemeClr>
        </a:solidFill>
        <a:ln w="19050" cap="flat" cmpd="sng" algn="ctr">
          <a:solidFill>
            <a:srgbClr val="FFC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vi-VN" sz="1800" b="0" kern="1200" dirty="0">
              <a:solidFill>
                <a:srgbClr val="002060"/>
              </a:solidFill>
              <a:effectLst>
                <a:glow rad="63500">
                  <a:schemeClr val="accent4">
                    <a:satMod val="175000"/>
                    <a:alpha val="40000"/>
                  </a:schemeClr>
                </a:glow>
                <a:reflection blurRad="6350" stA="55000" endA="300" endPos="45500" dir="5400000" sy="-100000" algn="bl" rotWithShape="0"/>
              </a:effectLst>
              <a:latin typeface="+mj-lt"/>
            </a:rPr>
            <a:t> </a:t>
          </a:r>
          <a:endParaRPr lang="en-US" sz="1800" b="0" kern="1200" dirty="0">
            <a:solidFill>
              <a:srgbClr val="002060"/>
            </a:solidFill>
            <a:effectLst>
              <a:glow rad="63500">
                <a:schemeClr val="accent4">
                  <a:satMod val="175000"/>
                  <a:alpha val="40000"/>
                </a:schemeClr>
              </a:glow>
              <a:reflection blurRad="6350" stA="55000" endA="300" endPos="45500" dir="5400000" sy="-100000" algn="bl" rotWithShape="0"/>
            </a:effectLst>
            <a:latin typeface="+mj-lt"/>
          </a:endParaRPr>
        </a:p>
      </dsp:txBody>
      <dsp:txXfrm rot="-5400000">
        <a:off x="1" y="333345"/>
        <a:ext cx="663624" cy="284411"/>
      </dsp:txXfrm>
    </dsp:sp>
    <dsp:sp modelId="{8D5E1D58-F297-4D9A-BF92-98314727BA02}">
      <dsp:nvSpPr>
        <dsp:cNvPr id="0" name=""/>
        <dsp:cNvSpPr/>
      </dsp:nvSpPr>
      <dsp:spPr>
        <a:xfrm rot="5400000">
          <a:off x="4564857" y="-3899698"/>
          <a:ext cx="616222" cy="8418688"/>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vi-VN"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rPr>
            <a:t>Quản lý bán hàng</a:t>
          </a:r>
          <a:endParaRPr lang="en-US"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endParaRPr>
        </a:p>
      </dsp:txBody>
      <dsp:txXfrm rot="-5400000">
        <a:off x="663625" y="31615"/>
        <a:ext cx="8388607" cy="556060"/>
      </dsp:txXfrm>
    </dsp:sp>
    <dsp:sp modelId="{AEC2C9DC-9267-4D7E-8C88-BFD44F221022}">
      <dsp:nvSpPr>
        <dsp:cNvPr id="0" name=""/>
        <dsp:cNvSpPr/>
      </dsp:nvSpPr>
      <dsp:spPr>
        <a:xfrm rot="5400000">
          <a:off x="-142205" y="972763"/>
          <a:ext cx="948035" cy="663624"/>
        </a:xfrm>
        <a:prstGeom prst="chevron">
          <a:avLst/>
        </a:prstGeom>
        <a:solidFill>
          <a:schemeClr val="bg2">
            <a:lumMod val="50000"/>
          </a:schemeClr>
        </a:solidFill>
        <a:ln w="19050" cap="flat" cmpd="sng" algn="ctr">
          <a:solidFill>
            <a:srgbClr val="FFC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endParaRPr lang="en-US" sz="1800" b="0" kern="1200" dirty="0">
            <a:solidFill>
              <a:srgbClr val="002060"/>
            </a:solidFill>
            <a:effectLst>
              <a:glow rad="63500">
                <a:schemeClr val="accent4">
                  <a:satMod val="175000"/>
                  <a:alpha val="40000"/>
                </a:schemeClr>
              </a:glow>
              <a:reflection blurRad="6350" stA="55000" endA="300" endPos="45500" dir="5400000" sy="-100000" algn="bl" rotWithShape="0"/>
            </a:effectLst>
            <a:latin typeface="+mj-lt"/>
          </a:endParaRPr>
        </a:p>
      </dsp:txBody>
      <dsp:txXfrm rot="-5400000">
        <a:off x="1" y="1162369"/>
        <a:ext cx="663624" cy="284411"/>
      </dsp:txXfrm>
    </dsp:sp>
    <dsp:sp modelId="{8FE03D91-6561-4894-AA28-26829C974AB6}">
      <dsp:nvSpPr>
        <dsp:cNvPr id="0" name=""/>
        <dsp:cNvSpPr/>
      </dsp:nvSpPr>
      <dsp:spPr>
        <a:xfrm rot="5400000">
          <a:off x="4564857" y="-3070674"/>
          <a:ext cx="616222" cy="8418688"/>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vi-VN"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rPr>
            <a:t>Quản lý mua hàng</a:t>
          </a:r>
          <a:endParaRPr lang="en-US"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endParaRPr>
        </a:p>
      </dsp:txBody>
      <dsp:txXfrm rot="-5400000">
        <a:off x="663625" y="860639"/>
        <a:ext cx="8388607" cy="556060"/>
      </dsp:txXfrm>
    </dsp:sp>
    <dsp:sp modelId="{FCBA071D-3A22-4048-AAEA-2DD982B43322}">
      <dsp:nvSpPr>
        <dsp:cNvPr id="0" name=""/>
        <dsp:cNvSpPr/>
      </dsp:nvSpPr>
      <dsp:spPr>
        <a:xfrm rot="5400000">
          <a:off x="-142205" y="1801788"/>
          <a:ext cx="948035" cy="663624"/>
        </a:xfrm>
        <a:prstGeom prst="chevron">
          <a:avLst/>
        </a:prstGeom>
        <a:solidFill>
          <a:schemeClr val="bg2">
            <a:lumMod val="50000"/>
          </a:schemeClr>
        </a:solidFill>
        <a:ln w="19050" cap="flat" cmpd="sng" algn="ctr">
          <a:solidFill>
            <a:srgbClr val="FFC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vi-VN" sz="1800" b="0" kern="1200" dirty="0">
              <a:solidFill>
                <a:srgbClr val="002060"/>
              </a:solidFill>
              <a:effectLst>
                <a:glow rad="63500">
                  <a:schemeClr val="accent4">
                    <a:satMod val="175000"/>
                    <a:alpha val="40000"/>
                  </a:schemeClr>
                </a:glow>
                <a:reflection blurRad="6350" stA="55000" endA="300" endPos="45500" dir="5400000" sy="-100000" algn="bl" rotWithShape="0"/>
              </a:effectLst>
              <a:latin typeface="+mj-lt"/>
            </a:rPr>
            <a:t> </a:t>
          </a:r>
          <a:endParaRPr lang="en-US" sz="1800" b="0" kern="1200" dirty="0">
            <a:solidFill>
              <a:srgbClr val="002060"/>
            </a:solidFill>
            <a:effectLst>
              <a:glow rad="63500">
                <a:schemeClr val="accent4">
                  <a:satMod val="175000"/>
                  <a:alpha val="40000"/>
                </a:schemeClr>
              </a:glow>
              <a:reflection blurRad="6350" stA="55000" endA="300" endPos="45500" dir="5400000" sy="-100000" algn="bl" rotWithShape="0"/>
            </a:effectLst>
            <a:latin typeface="+mj-lt"/>
          </a:endParaRPr>
        </a:p>
      </dsp:txBody>
      <dsp:txXfrm rot="-5400000">
        <a:off x="1" y="1991394"/>
        <a:ext cx="663624" cy="284411"/>
      </dsp:txXfrm>
    </dsp:sp>
    <dsp:sp modelId="{3C29E18D-5EDB-4727-95DD-23758643925A}">
      <dsp:nvSpPr>
        <dsp:cNvPr id="0" name=""/>
        <dsp:cNvSpPr/>
      </dsp:nvSpPr>
      <dsp:spPr>
        <a:xfrm rot="5400000">
          <a:off x="4564857" y="-2241649"/>
          <a:ext cx="616222" cy="8418688"/>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vi-VN"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rPr>
            <a:t>Quản lý kho</a:t>
          </a:r>
          <a:endParaRPr lang="en-US"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endParaRPr>
        </a:p>
      </dsp:txBody>
      <dsp:txXfrm rot="-5400000">
        <a:off x="663625" y="1689664"/>
        <a:ext cx="8388607" cy="556060"/>
      </dsp:txXfrm>
    </dsp:sp>
    <dsp:sp modelId="{15C240F4-AE97-49E6-BF4F-F88AA69A0417}">
      <dsp:nvSpPr>
        <dsp:cNvPr id="0" name=""/>
        <dsp:cNvSpPr/>
      </dsp:nvSpPr>
      <dsp:spPr>
        <a:xfrm rot="5400000">
          <a:off x="-142205" y="2630812"/>
          <a:ext cx="948035" cy="663624"/>
        </a:xfrm>
        <a:prstGeom prst="chevron">
          <a:avLst/>
        </a:prstGeom>
        <a:solidFill>
          <a:schemeClr val="bg2">
            <a:lumMod val="50000"/>
          </a:schemeClr>
        </a:solidFill>
        <a:ln w="19050" cap="flat" cmpd="sng" algn="ctr">
          <a:solidFill>
            <a:srgbClr val="FFC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vi-VN" sz="1800" b="0" kern="1200" dirty="0">
              <a:solidFill>
                <a:srgbClr val="002060"/>
              </a:solidFill>
              <a:effectLst>
                <a:glow rad="63500">
                  <a:schemeClr val="accent4">
                    <a:satMod val="175000"/>
                    <a:alpha val="40000"/>
                  </a:schemeClr>
                </a:glow>
                <a:reflection blurRad="6350" stA="55000" endA="300" endPos="45500" dir="5400000" sy="-100000" algn="bl" rotWithShape="0"/>
              </a:effectLst>
              <a:latin typeface="+mj-lt"/>
            </a:rPr>
            <a:t> </a:t>
          </a:r>
          <a:endParaRPr lang="en-US" sz="1800" b="0" kern="1200" dirty="0">
            <a:solidFill>
              <a:srgbClr val="002060"/>
            </a:solidFill>
            <a:effectLst>
              <a:glow rad="63500">
                <a:schemeClr val="accent4">
                  <a:satMod val="175000"/>
                  <a:alpha val="40000"/>
                </a:schemeClr>
              </a:glow>
              <a:reflection blurRad="6350" stA="55000" endA="300" endPos="45500" dir="5400000" sy="-100000" algn="bl" rotWithShape="0"/>
            </a:effectLst>
            <a:latin typeface="+mj-lt"/>
          </a:endParaRPr>
        </a:p>
      </dsp:txBody>
      <dsp:txXfrm rot="-5400000">
        <a:off x="1" y="2820418"/>
        <a:ext cx="663624" cy="284411"/>
      </dsp:txXfrm>
    </dsp:sp>
    <dsp:sp modelId="{D989E16C-0820-4752-A40E-6DCA344F7C40}">
      <dsp:nvSpPr>
        <dsp:cNvPr id="0" name=""/>
        <dsp:cNvSpPr/>
      </dsp:nvSpPr>
      <dsp:spPr>
        <a:xfrm rot="5400000">
          <a:off x="4564857" y="-1412625"/>
          <a:ext cx="616222" cy="8418688"/>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vi-VN"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rPr>
            <a:t>Quản lý sản xuất</a:t>
          </a:r>
          <a:endParaRPr lang="en-US"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endParaRPr>
        </a:p>
      </dsp:txBody>
      <dsp:txXfrm rot="-5400000">
        <a:off x="663625" y="2518688"/>
        <a:ext cx="8388607" cy="556060"/>
      </dsp:txXfrm>
    </dsp:sp>
    <dsp:sp modelId="{6AC7A0E9-10BB-4FDE-8DCC-C65E359628A8}">
      <dsp:nvSpPr>
        <dsp:cNvPr id="0" name=""/>
        <dsp:cNvSpPr/>
      </dsp:nvSpPr>
      <dsp:spPr>
        <a:xfrm rot="5400000">
          <a:off x="-142205" y="3459836"/>
          <a:ext cx="948035" cy="663624"/>
        </a:xfrm>
        <a:prstGeom prst="chevron">
          <a:avLst/>
        </a:prstGeom>
        <a:solidFill>
          <a:schemeClr val="bg2">
            <a:lumMod val="50000"/>
          </a:schemeClr>
        </a:solidFill>
        <a:ln w="19050" cap="flat" cmpd="sng" algn="ctr">
          <a:solidFill>
            <a:srgbClr val="FFC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vi-VN" sz="1800" b="0" kern="1200" dirty="0">
              <a:solidFill>
                <a:srgbClr val="002060"/>
              </a:solidFill>
              <a:effectLst>
                <a:glow rad="63500">
                  <a:schemeClr val="accent4">
                    <a:satMod val="175000"/>
                    <a:alpha val="40000"/>
                  </a:schemeClr>
                </a:glow>
                <a:reflection blurRad="6350" stA="55000" endA="300" endPos="45500" dir="5400000" sy="-100000" algn="bl" rotWithShape="0"/>
              </a:effectLst>
              <a:latin typeface="+mj-lt"/>
            </a:rPr>
            <a:t> </a:t>
          </a:r>
          <a:endParaRPr lang="en-US" sz="1800" b="0" kern="1200" dirty="0">
            <a:solidFill>
              <a:srgbClr val="002060"/>
            </a:solidFill>
            <a:effectLst>
              <a:glow rad="63500">
                <a:schemeClr val="accent4">
                  <a:satMod val="175000"/>
                  <a:alpha val="40000"/>
                </a:schemeClr>
              </a:glow>
              <a:reflection blurRad="6350" stA="55000" endA="300" endPos="45500" dir="5400000" sy="-100000" algn="bl" rotWithShape="0"/>
            </a:effectLst>
            <a:latin typeface="+mj-lt"/>
          </a:endParaRPr>
        </a:p>
      </dsp:txBody>
      <dsp:txXfrm rot="-5400000">
        <a:off x="1" y="3649442"/>
        <a:ext cx="663624" cy="284411"/>
      </dsp:txXfrm>
    </dsp:sp>
    <dsp:sp modelId="{3C2B1AA7-95C0-4621-955D-6E3658A358FF}">
      <dsp:nvSpPr>
        <dsp:cNvPr id="0" name=""/>
        <dsp:cNvSpPr/>
      </dsp:nvSpPr>
      <dsp:spPr>
        <a:xfrm rot="5400000">
          <a:off x="4564857" y="-583600"/>
          <a:ext cx="616222" cy="8418688"/>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vi-VN"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rPr>
            <a:t>Quản lý tài chính</a:t>
          </a:r>
          <a:endParaRPr lang="en-US"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endParaRPr>
        </a:p>
      </dsp:txBody>
      <dsp:txXfrm rot="-5400000">
        <a:off x="663625" y="3347713"/>
        <a:ext cx="8388607" cy="5560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FBBC3-3083-479D-BA5F-42F06C1F1296}">
      <dsp:nvSpPr>
        <dsp:cNvPr id="0" name=""/>
        <dsp:cNvSpPr/>
      </dsp:nvSpPr>
      <dsp:spPr>
        <a:xfrm>
          <a:off x="-4596062" y="-704670"/>
          <a:ext cx="5474866" cy="5474866"/>
        </a:xfrm>
        <a:prstGeom prst="blockArc">
          <a:avLst>
            <a:gd name="adj1" fmla="val 18900000"/>
            <a:gd name="adj2" fmla="val 2700000"/>
            <a:gd name="adj3" fmla="val 395"/>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3794AD-9C9D-4D84-B2C2-AC3B622DD428}">
      <dsp:nvSpPr>
        <dsp:cNvPr id="0" name=""/>
        <dsp:cNvSpPr/>
      </dsp:nvSpPr>
      <dsp:spPr>
        <a:xfrm>
          <a:off x="460298" y="312557"/>
          <a:ext cx="7312227" cy="62544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443" tIns="55880" rIns="55880" bIns="55880" numCol="1" spcCol="1270" anchor="ctr" anchorCtr="0">
          <a:noAutofit/>
        </a:bodyPr>
        <a:lstStyle/>
        <a:p>
          <a:pPr marL="0" lvl="0" indent="0" algn="l" defTabSz="977900">
            <a:lnSpc>
              <a:spcPct val="90000"/>
            </a:lnSpc>
            <a:spcBef>
              <a:spcPct val="0"/>
            </a:spcBef>
            <a:spcAft>
              <a:spcPct val="35000"/>
            </a:spcAft>
            <a:buNone/>
          </a:pPr>
          <a:r>
            <a:rPr lang="vi-VN" sz="2200" b="1" kern="1200" dirty="0">
              <a:latin typeface="Times New Roman" panose="02020603050405020304" pitchFamily="18" charset="0"/>
              <a:cs typeface="Times New Roman" panose="02020603050405020304" pitchFamily="18" charset="0"/>
            </a:rPr>
            <a:t>Đảm bảo sản xuất tối ưu và liên tục </a:t>
          </a:r>
          <a:endParaRPr lang="en-US" sz="2200" kern="1200" dirty="0">
            <a:latin typeface="Times New Roman" panose="02020603050405020304" pitchFamily="18" charset="0"/>
            <a:cs typeface="Times New Roman" panose="02020603050405020304" pitchFamily="18" charset="0"/>
          </a:endParaRPr>
        </a:p>
      </dsp:txBody>
      <dsp:txXfrm>
        <a:off x="460298" y="312557"/>
        <a:ext cx="7312227" cy="625440"/>
      </dsp:txXfrm>
    </dsp:sp>
    <dsp:sp modelId="{5F09689C-02E8-417D-8238-A98867EFC90A}">
      <dsp:nvSpPr>
        <dsp:cNvPr id="0" name=""/>
        <dsp:cNvSpPr/>
      </dsp:nvSpPr>
      <dsp:spPr>
        <a:xfrm>
          <a:off x="69397" y="234377"/>
          <a:ext cx="781800" cy="781800"/>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7683DD-83E4-472B-9A0A-907EA5399D87}">
      <dsp:nvSpPr>
        <dsp:cNvPr id="0" name=""/>
        <dsp:cNvSpPr/>
      </dsp:nvSpPr>
      <dsp:spPr>
        <a:xfrm>
          <a:off x="818877" y="1250881"/>
          <a:ext cx="6953647" cy="62544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443" tIns="55880" rIns="55880" bIns="55880" numCol="1" spcCol="1270" anchor="ctr" anchorCtr="0">
          <a:noAutofit/>
        </a:bodyPr>
        <a:lstStyle/>
        <a:p>
          <a:pPr marL="0" lvl="0" indent="0" algn="l" defTabSz="977900">
            <a:lnSpc>
              <a:spcPct val="90000"/>
            </a:lnSpc>
            <a:spcBef>
              <a:spcPct val="0"/>
            </a:spcBef>
            <a:spcAft>
              <a:spcPct val="35000"/>
            </a:spcAft>
            <a:buNone/>
          </a:pPr>
          <a:r>
            <a:rPr lang="en-US" sz="2200" b="1" kern="1200" dirty="0" err="1">
              <a:latin typeface="Times New Roman" panose="02020603050405020304" pitchFamily="18" charset="0"/>
              <a:cs typeface="Times New Roman" panose="02020603050405020304" pitchFamily="18" charset="0"/>
            </a:rPr>
            <a:t>Tối</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ưu</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năng</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lực</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máy</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móc</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và</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các</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nguồn</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lực</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sản</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xuất</a:t>
          </a:r>
          <a:r>
            <a:rPr lang="en-US" sz="2200" b="1" kern="1200" dirty="0">
              <a:latin typeface="Times New Roman" panose="02020603050405020304" pitchFamily="18" charset="0"/>
              <a:cs typeface="Times New Roman" panose="02020603050405020304" pitchFamily="18" charset="0"/>
            </a:rPr>
            <a:t> </a:t>
          </a:r>
          <a:endParaRPr lang="en-US" sz="2200" kern="1200" dirty="0">
            <a:latin typeface="Times New Roman" panose="02020603050405020304" pitchFamily="18" charset="0"/>
            <a:cs typeface="Times New Roman" panose="02020603050405020304" pitchFamily="18" charset="0"/>
          </a:endParaRPr>
        </a:p>
      </dsp:txBody>
      <dsp:txXfrm>
        <a:off x="818877" y="1250881"/>
        <a:ext cx="6953647" cy="625440"/>
      </dsp:txXfrm>
    </dsp:sp>
    <dsp:sp modelId="{E49CB588-39A8-4ECB-A28C-074CD620DD47}">
      <dsp:nvSpPr>
        <dsp:cNvPr id="0" name=""/>
        <dsp:cNvSpPr/>
      </dsp:nvSpPr>
      <dsp:spPr>
        <a:xfrm>
          <a:off x="427977" y="1172700"/>
          <a:ext cx="781800" cy="781800"/>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06DC487-2F7B-4C7F-B9DB-8EC1B5A93A06}">
      <dsp:nvSpPr>
        <dsp:cNvPr id="0" name=""/>
        <dsp:cNvSpPr/>
      </dsp:nvSpPr>
      <dsp:spPr>
        <a:xfrm>
          <a:off x="818877" y="2189204"/>
          <a:ext cx="6953647" cy="62544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443" tIns="55880" rIns="55880" bIns="55880" numCol="1" spcCol="1270" anchor="ctr" anchorCtr="0">
          <a:noAutofit/>
        </a:bodyPr>
        <a:lstStyle/>
        <a:p>
          <a:pPr marL="0" lvl="0" indent="0" algn="l" defTabSz="977900">
            <a:lnSpc>
              <a:spcPct val="90000"/>
            </a:lnSpc>
            <a:spcBef>
              <a:spcPct val="0"/>
            </a:spcBef>
            <a:spcAft>
              <a:spcPct val="35000"/>
            </a:spcAft>
            <a:buNone/>
          </a:pPr>
          <a:r>
            <a:rPr lang="en-US" sz="2200" b="1" kern="1200" dirty="0" err="1">
              <a:latin typeface="Times New Roman" panose="02020603050405020304" pitchFamily="18" charset="0"/>
              <a:cs typeface="Times New Roman" panose="02020603050405020304" pitchFamily="18" charset="0"/>
            </a:rPr>
            <a:t>Tăng</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khả</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năng</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phối</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hợp</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và</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cải</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tiến</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các</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quy</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trình</a:t>
          </a:r>
          <a:r>
            <a:rPr lang="en-US" sz="2200" b="1" kern="1200" dirty="0">
              <a:latin typeface="Times New Roman" panose="02020603050405020304" pitchFamily="18" charset="0"/>
              <a:cs typeface="Times New Roman" panose="02020603050405020304" pitchFamily="18" charset="0"/>
            </a:rPr>
            <a:t> </a:t>
          </a:r>
          <a:endParaRPr lang="en-US" sz="2200" kern="1200" dirty="0">
            <a:latin typeface="Times New Roman" panose="02020603050405020304" pitchFamily="18" charset="0"/>
            <a:cs typeface="Times New Roman" panose="02020603050405020304" pitchFamily="18" charset="0"/>
          </a:endParaRPr>
        </a:p>
      </dsp:txBody>
      <dsp:txXfrm>
        <a:off x="818877" y="2189204"/>
        <a:ext cx="6953647" cy="625440"/>
      </dsp:txXfrm>
    </dsp:sp>
    <dsp:sp modelId="{557B046D-1CCE-40C1-BB11-6C13E445B855}">
      <dsp:nvSpPr>
        <dsp:cNvPr id="0" name=""/>
        <dsp:cNvSpPr/>
      </dsp:nvSpPr>
      <dsp:spPr>
        <a:xfrm>
          <a:off x="427977" y="2111024"/>
          <a:ext cx="781800" cy="781800"/>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B0EC28-B7DA-4DA6-8471-44317614015E}">
      <dsp:nvSpPr>
        <dsp:cNvPr id="0" name=""/>
        <dsp:cNvSpPr/>
      </dsp:nvSpPr>
      <dsp:spPr>
        <a:xfrm>
          <a:off x="460298" y="3127527"/>
          <a:ext cx="7312227" cy="62544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6443" tIns="55880" rIns="55880" bIns="55880" numCol="1" spcCol="1270" anchor="ctr" anchorCtr="0">
          <a:noAutofit/>
        </a:bodyPr>
        <a:lstStyle/>
        <a:p>
          <a:pPr marL="0" lvl="0" indent="0" algn="l" defTabSz="977900">
            <a:lnSpc>
              <a:spcPct val="90000"/>
            </a:lnSpc>
            <a:spcBef>
              <a:spcPct val="0"/>
            </a:spcBef>
            <a:spcAft>
              <a:spcPct val="35000"/>
            </a:spcAft>
            <a:buNone/>
          </a:pPr>
          <a:r>
            <a:rPr lang="en-US" sz="2200" b="1" kern="1200" dirty="0" err="1">
              <a:latin typeface="Times New Roman" panose="02020603050405020304" pitchFamily="18" charset="0"/>
              <a:cs typeface="Times New Roman" panose="02020603050405020304" pitchFamily="18" charset="0"/>
            </a:rPr>
            <a:t>Nâng</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cao</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chất</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lượng</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sản</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phẩm</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và</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nguồn</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dữ</a:t>
          </a:r>
          <a:r>
            <a:rPr lang="en-US" sz="2200" b="1" kern="1200" dirty="0">
              <a:latin typeface="Times New Roman" panose="02020603050405020304" pitchFamily="18" charset="0"/>
              <a:cs typeface="Times New Roman" panose="02020603050405020304" pitchFamily="18" charset="0"/>
            </a:rPr>
            <a:t> </a:t>
          </a:r>
          <a:r>
            <a:rPr lang="en-US" sz="2200" b="1" kern="1200" dirty="0" err="1">
              <a:latin typeface="Times New Roman" panose="02020603050405020304" pitchFamily="18" charset="0"/>
              <a:cs typeface="Times New Roman" panose="02020603050405020304" pitchFamily="18" charset="0"/>
            </a:rPr>
            <a:t>liệu</a:t>
          </a:r>
          <a:r>
            <a:rPr lang="en-US" sz="2200" b="1" kern="1200" dirty="0">
              <a:latin typeface="Times New Roman" panose="02020603050405020304" pitchFamily="18" charset="0"/>
              <a:cs typeface="Times New Roman" panose="02020603050405020304" pitchFamily="18" charset="0"/>
            </a:rPr>
            <a:t> </a:t>
          </a:r>
          <a:endParaRPr lang="en-US" sz="2200" kern="1200" dirty="0">
            <a:latin typeface="Times New Roman" panose="02020603050405020304" pitchFamily="18" charset="0"/>
            <a:cs typeface="Times New Roman" panose="02020603050405020304" pitchFamily="18" charset="0"/>
          </a:endParaRPr>
        </a:p>
      </dsp:txBody>
      <dsp:txXfrm>
        <a:off x="460298" y="3127527"/>
        <a:ext cx="7312227" cy="625440"/>
      </dsp:txXfrm>
    </dsp:sp>
    <dsp:sp modelId="{85D5EE8D-6748-43CD-9DD7-F634F1E6EA4E}">
      <dsp:nvSpPr>
        <dsp:cNvPr id="0" name=""/>
        <dsp:cNvSpPr/>
      </dsp:nvSpPr>
      <dsp:spPr>
        <a:xfrm>
          <a:off x="69397" y="3049347"/>
          <a:ext cx="781800" cy="781800"/>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2558A4-BDBB-403D-ADF9-A212687DEA1A}">
      <dsp:nvSpPr>
        <dsp:cNvPr id="0" name=""/>
        <dsp:cNvSpPr/>
      </dsp:nvSpPr>
      <dsp:spPr>
        <a:xfrm rot="5400000">
          <a:off x="-176584" y="177397"/>
          <a:ext cx="1177230" cy="824061"/>
        </a:xfrm>
        <a:prstGeom prst="chevron">
          <a:avLst/>
        </a:prstGeom>
        <a:solidFill>
          <a:schemeClr val="bg2">
            <a:lumMod val="50000"/>
          </a:schemeClr>
        </a:solidFill>
        <a:ln w="19050" cap="flat" cmpd="sng" algn="ctr">
          <a:solidFill>
            <a:srgbClr val="FFC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vi-VN" sz="20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 </a:t>
          </a:r>
          <a:endParaRPr lang="en-US" sz="20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1" y="412844"/>
        <a:ext cx="824061" cy="353169"/>
      </dsp:txXfrm>
    </dsp:sp>
    <dsp:sp modelId="{8D5E1D58-F297-4D9A-BF92-98314727BA02}">
      <dsp:nvSpPr>
        <dsp:cNvPr id="0" name=""/>
        <dsp:cNvSpPr/>
      </dsp:nvSpPr>
      <dsp:spPr>
        <a:xfrm rot="5400000">
          <a:off x="4570587" y="-3745712"/>
          <a:ext cx="765199" cy="8258251"/>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vi-VN"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Quản lý hoạt động sản xuất</a:t>
          </a:r>
          <a:endParaRPr lang="en-US"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824061" y="38168"/>
        <a:ext cx="8220897" cy="690491"/>
      </dsp:txXfrm>
    </dsp:sp>
    <dsp:sp modelId="{AEC2C9DC-9267-4D7E-8C88-BFD44F221022}">
      <dsp:nvSpPr>
        <dsp:cNvPr id="0" name=""/>
        <dsp:cNvSpPr/>
      </dsp:nvSpPr>
      <dsp:spPr>
        <a:xfrm rot="5400000">
          <a:off x="-176584" y="1206845"/>
          <a:ext cx="1177230" cy="824061"/>
        </a:xfrm>
        <a:prstGeom prst="chevron">
          <a:avLst/>
        </a:prstGeom>
        <a:solidFill>
          <a:schemeClr val="bg2">
            <a:lumMod val="50000"/>
          </a:schemeClr>
        </a:solidFill>
        <a:ln w="19050" cap="flat" cmpd="sng" algn="ctr">
          <a:solidFill>
            <a:srgbClr val="FFC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endParaRPr lang="en-US" sz="20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1" y="1442292"/>
        <a:ext cx="824061" cy="353169"/>
      </dsp:txXfrm>
    </dsp:sp>
    <dsp:sp modelId="{8FE03D91-6561-4894-AA28-26829C974AB6}">
      <dsp:nvSpPr>
        <dsp:cNvPr id="0" name=""/>
        <dsp:cNvSpPr/>
      </dsp:nvSpPr>
      <dsp:spPr>
        <a:xfrm rot="5400000">
          <a:off x="4570587" y="-2716264"/>
          <a:ext cx="765199" cy="8258251"/>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vi-VN"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Quản lý các nguồn lực sản xuất</a:t>
          </a:r>
          <a:endParaRPr lang="en-US"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824061" y="1067616"/>
        <a:ext cx="8220897" cy="690491"/>
      </dsp:txXfrm>
    </dsp:sp>
    <dsp:sp modelId="{FCBA071D-3A22-4048-AAEA-2DD982B43322}">
      <dsp:nvSpPr>
        <dsp:cNvPr id="0" name=""/>
        <dsp:cNvSpPr/>
      </dsp:nvSpPr>
      <dsp:spPr>
        <a:xfrm rot="5400000">
          <a:off x="-176584" y="2236293"/>
          <a:ext cx="1177230" cy="824061"/>
        </a:xfrm>
        <a:prstGeom prst="chevron">
          <a:avLst/>
        </a:prstGeom>
        <a:solidFill>
          <a:schemeClr val="bg2">
            <a:lumMod val="50000"/>
          </a:schemeClr>
        </a:solidFill>
        <a:ln w="19050" cap="flat" cmpd="sng" algn="ctr">
          <a:solidFill>
            <a:srgbClr val="FFC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vi-VN" sz="20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 </a:t>
          </a:r>
          <a:endParaRPr lang="en-US" sz="20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1" y="2471740"/>
        <a:ext cx="824061" cy="353169"/>
      </dsp:txXfrm>
    </dsp:sp>
    <dsp:sp modelId="{3C29E18D-5EDB-4727-95DD-23758643925A}">
      <dsp:nvSpPr>
        <dsp:cNvPr id="0" name=""/>
        <dsp:cNvSpPr/>
      </dsp:nvSpPr>
      <dsp:spPr>
        <a:xfrm rot="5400000">
          <a:off x="4570587" y="-1686816"/>
          <a:ext cx="765199" cy="8258251"/>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vi-VN"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Quản lý các thông tin về sản phẩm</a:t>
          </a:r>
          <a:endParaRPr lang="en-US"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824061" y="2097064"/>
        <a:ext cx="8220897" cy="690491"/>
      </dsp:txXfrm>
    </dsp:sp>
    <dsp:sp modelId="{15C240F4-AE97-49E6-BF4F-F88AA69A0417}">
      <dsp:nvSpPr>
        <dsp:cNvPr id="0" name=""/>
        <dsp:cNvSpPr/>
      </dsp:nvSpPr>
      <dsp:spPr>
        <a:xfrm rot="5400000">
          <a:off x="-176584" y="3265741"/>
          <a:ext cx="1177230" cy="824061"/>
        </a:xfrm>
        <a:prstGeom prst="chevron">
          <a:avLst/>
        </a:prstGeom>
        <a:solidFill>
          <a:schemeClr val="bg2">
            <a:lumMod val="50000"/>
          </a:schemeClr>
        </a:solidFill>
        <a:ln w="19050" cap="flat" cmpd="sng" algn="ctr">
          <a:solidFill>
            <a:srgbClr val="FFC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vi-VN" sz="20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 </a:t>
          </a:r>
          <a:endParaRPr lang="en-US" sz="20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1" y="3501188"/>
        <a:ext cx="824061" cy="353169"/>
      </dsp:txXfrm>
    </dsp:sp>
    <dsp:sp modelId="{D989E16C-0820-4752-A40E-6DCA344F7C40}">
      <dsp:nvSpPr>
        <dsp:cNvPr id="0" name=""/>
        <dsp:cNvSpPr/>
      </dsp:nvSpPr>
      <dsp:spPr>
        <a:xfrm rot="5400000">
          <a:off x="4570587" y="-657368"/>
          <a:ext cx="765199" cy="8258251"/>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vi-VN"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Quản lý máy móc thiết bị</a:t>
          </a:r>
          <a:endParaRPr lang="en-US"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824061" y="3126512"/>
        <a:ext cx="8220897" cy="69049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4FBBC3-3083-479D-BA5F-42F06C1F1296}">
      <dsp:nvSpPr>
        <dsp:cNvPr id="0" name=""/>
        <dsp:cNvSpPr/>
      </dsp:nvSpPr>
      <dsp:spPr>
        <a:xfrm>
          <a:off x="-4840153" y="-741778"/>
          <a:ext cx="5764829" cy="5764829"/>
        </a:xfrm>
        <a:prstGeom prst="blockArc">
          <a:avLst>
            <a:gd name="adj1" fmla="val 18900000"/>
            <a:gd name="adj2" fmla="val 2700000"/>
            <a:gd name="adj3" fmla="val 375"/>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3794AD-9C9D-4D84-B2C2-AC3B622DD428}">
      <dsp:nvSpPr>
        <dsp:cNvPr id="0" name=""/>
        <dsp:cNvSpPr/>
      </dsp:nvSpPr>
      <dsp:spPr>
        <a:xfrm>
          <a:off x="594703" y="428127"/>
          <a:ext cx="7990615" cy="85625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9652" tIns="68580" rIns="68580" bIns="68580" numCol="1" spcCol="1270" anchor="ctr" anchorCtr="0">
          <a:noAutofit/>
        </a:bodyPr>
        <a:lstStyle/>
        <a:p>
          <a:pPr marL="0" lvl="0" indent="0" algn="l" defTabSz="1200150">
            <a:lnSpc>
              <a:spcPct val="90000"/>
            </a:lnSpc>
            <a:spcBef>
              <a:spcPct val="0"/>
            </a:spcBef>
            <a:spcAft>
              <a:spcPct val="35000"/>
            </a:spcAft>
            <a:buNone/>
          </a:pPr>
          <a:r>
            <a:rPr lang="vi-VN" sz="2700" b="1" kern="1200" dirty="0">
              <a:latin typeface="Times New Roman" panose="02020603050405020304" pitchFamily="18" charset="0"/>
              <a:cs typeface="Times New Roman" panose="02020603050405020304" pitchFamily="18" charset="0"/>
            </a:rPr>
            <a:t>Xây dựng quy trình làm việc hiệu quả-khoa học</a:t>
          </a:r>
          <a:endParaRPr lang="en-US" sz="2700" kern="1200" dirty="0">
            <a:latin typeface="Times New Roman" panose="02020603050405020304" pitchFamily="18" charset="0"/>
            <a:cs typeface="Times New Roman" panose="02020603050405020304" pitchFamily="18" charset="0"/>
          </a:endParaRPr>
        </a:p>
      </dsp:txBody>
      <dsp:txXfrm>
        <a:off x="594703" y="428127"/>
        <a:ext cx="7990615" cy="856254"/>
      </dsp:txXfrm>
    </dsp:sp>
    <dsp:sp modelId="{5F09689C-02E8-417D-8238-A98867EFC90A}">
      <dsp:nvSpPr>
        <dsp:cNvPr id="0" name=""/>
        <dsp:cNvSpPr/>
      </dsp:nvSpPr>
      <dsp:spPr>
        <a:xfrm>
          <a:off x="59544" y="321095"/>
          <a:ext cx="1070318" cy="1070318"/>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7683DD-83E4-472B-9A0A-907EA5399D87}">
      <dsp:nvSpPr>
        <dsp:cNvPr id="0" name=""/>
        <dsp:cNvSpPr/>
      </dsp:nvSpPr>
      <dsp:spPr>
        <a:xfrm>
          <a:off x="905952" y="1712508"/>
          <a:ext cx="7679367" cy="85625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9652" tIns="68580" rIns="68580" bIns="68580" numCol="1" spcCol="1270" anchor="ctr" anchorCtr="0">
          <a:noAutofit/>
        </a:bodyPr>
        <a:lstStyle/>
        <a:p>
          <a:pPr marL="0" lvl="0" indent="0" algn="l" defTabSz="1200150">
            <a:lnSpc>
              <a:spcPct val="90000"/>
            </a:lnSpc>
            <a:spcBef>
              <a:spcPct val="0"/>
            </a:spcBef>
            <a:spcAft>
              <a:spcPct val="35000"/>
            </a:spcAft>
            <a:buNone/>
          </a:pPr>
          <a:r>
            <a:rPr lang="vi-VN" sz="2700" b="1" kern="1200" dirty="0">
              <a:latin typeface="Times New Roman" panose="02020603050405020304" pitchFamily="18" charset="0"/>
              <a:cs typeface="Times New Roman" panose="02020603050405020304" pitchFamily="18" charset="0"/>
            </a:rPr>
            <a:t>Theo dõi sát sao tiến độ công việc, dự án</a:t>
          </a:r>
          <a:endParaRPr lang="en-US" sz="2700" kern="1200" dirty="0">
            <a:latin typeface="Times New Roman" panose="02020603050405020304" pitchFamily="18" charset="0"/>
            <a:cs typeface="Times New Roman" panose="02020603050405020304" pitchFamily="18" charset="0"/>
          </a:endParaRPr>
        </a:p>
      </dsp:txBody>
      <dsp:txXfrm>
        <a:off x="905952" y="1712508"/>
        <a:ext cx="7679367" cy="856254"/>
      </dsp:txXfrm>
    </dsp:sp>
    <dsp:sp modelId="{E49CB588-39A8-4ECB-A28C-074CD620DD47}">
      <dsp:nvSpPr>
        <dsp:cNvPr id="0" name=""/>
        <dsp:cNvSpPr/>
      </dsp:nvSpPr>
      <dsp:spPr>
        <a:xfrm>
          <a:off x="370793" y="1605477"/>
          <a:ext cx="1070318" cy="1070318"/>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06DC487-2F7B-4C7F-B9DB-8EC1B5A93A06}">
      <dsp:nvSpPr>
        <dsp:cNvPr id="0" name=""/>
        <dsp:cNvSpPr/>
      </dsp:nvSpPr>
      <dsp:spPr>
        <a:xfrm>
          <a:off x="594703" y="2996890"/>
          <a:ext cx="7990615" cy="85625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9652" tIns="68580" rIns="68580" bIns="68580" numCol="1" spcCol="1270" anchor="ctr" anchorCtr="0">
          <a:noAutofit/>
        </a:bodyPr>
        <a:lstStyle/>
        <a:p>
          <a:pPr marL="0" lvl="0" indent="0" algn="l" defTabSz="1200150">
            <a:lnSpc>
              <a:spcPct val="90000"/>
            </a:lnSpc>
            <a:spcBef>
              <a:spcPct val="0"/>
            </a:spcBef>
            <a:spcAft>
              <a:spcPct val="35000"/>
            </a:spcAft>
            <a:buNone/>
          </a:pPr>
          <a:r>
            <a:rPr lang="vi-VN" sz="2700" b="1" kern="1200" dirty="0">
              <a:latin typeface="Times New Roman" panose="02020603050405020304" pitchFamily="18" charset="0"/>
              <a:cs typeface="Times New Roman" panose="02020603050405020304" pitchFamily="18" charset="0"/>
            </a:rPr>
            <a:t>Quản lý hiệu suất làm việc</a:t>
          </a:r>
          <a:endParaRPr lang="en-US" sz="2700" kern="1200" dirty="0">
            <a:latin typeface="Times New Roman" panose="02020603050405020304" pitchFamily="18" charset="0"/>
            <a:cs typeface="Times New Roman" panose="02020603050405020304" pitchFamily="18" charset="0"/>
          </a:endParaRPr>
        </a:p>
      </dsp:txBody>
      <dsp:txXfrm>
        <a:off x="594703" y="2996890"/>
        <a:ext cx="7990615" cy="856254"/>
      </dsp:txXfrm>
    </dsp:sp>
    <dsp:sp modelId="{557B046D-1CCE-40C1-BB11-6C13E445B855}">
      <dsp:nvSpPr>
        <dsp:cNvPr id="0" name=""/>
        <dsp:cNvSpPr/>
      </dsp:nvSpPr>
      <dsp:spPr>
        <a:xfrm>
          <a:off x="59544" y="2889858"/>
          <a:ext cx="1070318" cy="1070318"/>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2558A4-BDBB-403D-ADF9-A212687DEA1A}">
      <dsp:nvSpPr>
        <dsp:cNvPr id="0" name=""/>
        <dsp:cNvSpPr/>
      </dsp:nvSpPr>
      <dsp:spPr>
        <a:xfrm rot="5400000">
          <a:off x="-142066" y="145682"/>
          <a:ext cx="947109" cy="662976"/>
        </a:xfrm>
        <a:prstGeom prst="chevron">
          <a:avLst/>
        </a:prstGeom>
        <a:solidFill>
          <a:schemeClr val="bg2">
            <a:lumMod val="50000"/>
          </a:schemeClr>
        </a:solidFill>
        <a:ln w="19050" cap="flat" cmpd="sng" algn="ctr">
          <a:solidFill>
            <a:srgbClr val="FFC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vi-VN" sz="20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 </a:t>
          </a:r>
          <a:endParaRPr lang="en-US" sz="20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1" y="335103"/>
        <a:ext cx="662976" cy="284133"/>
      </dsp:txXfrm>
    </dsp:sp>
    <dsp:sp modelId="{8D5E1D58-F297-4D9A-BF92-98314727BA02}">
      <dsp:nvSpPr>
        <dsp:cNvPr id="0" name=""/>
        <dsp:cNvSpPr/>
      </dsp:nvSpPr>
      <dsp:spPr>
        <a:xfrm rot="5400000">
          <a:off x="4564672" y="-3898079"/>
          <a:ext cx="615944" cy="8419336"/>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vi-VN"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Phê duyệt điện tử</a:t>
          </a:r>
          <a:endParaRPr lang="en-US"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662976" y="33685"/>
        <a:ext cx="8389268" cy="555808"/>
      </dsp:txXfrm>
    </dsp:sp>
    <dsp:sp modelId="{AEC2C9DC-9267-4D7E-8C88-BFD44F221022}">
      <dsp:nvSpPr>
        <dsp:cNvPr id="0" name=""/>
        <dsp:cNvSpPr/>
      </dsp:nvSpPr>
      <dsp:spPr>
        <a:xfrm rot="5400000">
          <a:off x="-142066" y="973897"/>
          <a:ext cx="947109" cy="662976"/>
        </a:xfrm>
        <a:prstGeom prst="chevron">
          <a:avLst/>
        </a:prstGeom>
        <a:solidFill>
          <a:schemeClr val="bg2">
            <a:lumMod val="50000"/>
          </a:schemeClr>
        </a:solidFill>
        <a:ln w="19050" cap="flat" cmpd="sng" algn="ctr">
          <a:solidFill>
            <a:srgbClr val="FFC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endParaRPr lang="en-US" sz="20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1" y="1163318"/>
        <a:ext cx="662976" cy="284133"/>
      </dsp:txXfrm>
    </dsp:sp>
    <dsp:sp modelId="{8FE03D91-6561-4894-AA28-26829C974AB6}">
      <dsp:nvSpPr>
        <dsp:cNvPr id="0" name=""/>
        <dsp:cNvSpPr/>
      </dsp:nvSpPr>
      <dsp:spPr>
        <a:xfrm rot="5400000">
          <a:off x="4564834" y="-3070026"/>
          <a:ext cx="615621" cy="8419336"/>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vi-VN"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Đặt phòng họp/Laptop</a:t>
          </a:r>
          <a:endParaRPr lang="en-US"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662977" y="861883"/>
        <a:ext cx="8389284" cy="555517"/>
      </dsp:txXfrm>
    </dsp:sp>
    <dsp:sp modelId="{FCBA071D-3A22-4048-AAEA-2DD982B43322}">
      <dsp:nvSpPr>
        <dsp:cNvPr id="0" name=""/>
        <dsp:cNvSpPr/>
      </dsp:nvSpPr>
      <dsp:spPr>
        <a:xfrm rot="5400000">
          <a:off x="-142066" y="1802112"/>
          <a:ext cx="947109" cy="662976"/>
        </a:xfrm>
        <a:prstGeom prst="chevron">
          <a:avLst/>
        </a:prstGeom>
        <a:solidFill>
          <a:schemeClr val="bg2">
            <a:lumMod val="50000"/>
          </a:schemeClr>
        </a:solidFill>
        <a:ln w="19050" cap="flat" cmpd="sng" algn="ctr">
          <a:solidFill>
            <a:srgbClr val="FFC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vi-VN" sz="20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 </a:t>
          </a:r>
          <a:endParaRPr lang="en-US" sz="20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1" y="1991533"/>
        <a:ext cx="662976" cy="284133"/>
      </dsp:txXfrm>
    </dsp:sp>
    <dsp:sp modelId="{3C29E18D-5EDB-4727-95DD-23758643925A}">
      <dsp:nvSpPr>
        <dsp:cNvPr id="0" name=""/>
        <dsp:cNvSpPr/>
      </dsp:nvSpPr>
      <dsp:spPr>
        <a:xfrm rot="5400000">
          <a:off x="4564834" y="-2241811"/>
          <a:ext cx="615621" cy="8419336"/>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vi-VN"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Khảo sát điện tử</a:t>
          </a:r>
          <a:endParaRPr lang="en-US"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662977" y="1690098"/>
        <a:ext cx="8389284" cy="555517"/>
      </dsp:txXfrm>
    </dsp:sp>
    <dsp:sp modelId="{15C240F4-AE97-49E6-BF4F-F88AA69A0417}">
      <dsp:nvSpPr>
        <dsp:cNvPr id="0" name=""/>
        <dsp:cNvSpPr/>
      </dsp:nvSpPr>
      <dsp:spPr>
        <a:xfrm rot="5400000">
          <a:off x="-142066" y="2630326"/>
          <a:ext cx="947109" cy="662976"/>
        </a:xfrm>
        <a:prstGeom prst="chevron">
          <a:avLst/>
        </a:prstGeom>
        <a:solidFill>
          <a:schemeClr val="bg2">
            <a:lumMod val="50000"/>
          </a:schemeClr>
        </a:solidFill>
        <a:ln w="19050" cap="flat" cmpd="sng" algn="ctr">
          <a:solidFill>
            <a:srgbClr val="FFC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vi-VN" sz="20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 </a:t>
          </a:r>
          <a:endParaRPr lang="en-US" sz="20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1" y="2819747"/>
        <a:ext cx="662976" cy="284133"/>
      </dsp:txXfrm>
    </dsp:sp>
    <dsp:sp modelId="{D989E16C-0820-4752-A40E-6DCA344F7C40}">
      <dsp:nvSpPr>
        <dsp:cNvPr id="0" name=""/>
        <dsp:cNvSpPr/>
      </dsp:nvSpPr>
      <dsp:spPr>
        <a:xfrm rot="5400000">
          <a:off x="4564834" y="-1413596"/>
          <a:ext cx="615621" cy="8419336"/>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vi-VN"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Bảng tin</a:t>
          </a:r>
          <a:endParaRPr lang="en-US" sz="3600" b="0" kern="1200" cap="none" spc="0" dirty="0">
            <a:ln w="0"/>
            <a:solidFill>
              <a:schemeClr val="tx1"/>
            </a:solidFill>
            <a:effectLst>
              <a:glow rad="101600">
                <a:schemeClr val="accent1">
                  <a:satMod val="175000"/>
                  <a:alpha val="40000"/>
                </a:schemeClr>
              </a:glow>
              <a:outerShdw blurRad="38100" dist="19050" dir="2700000" algn="tl" rotWithShape="0">
                <a:schemeClr val="dk1">
                  <a:alpha val="40000"/>
                </a:scheme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dsp:txBody>
      <dsp:txXfrm rot="-5400000">
        <a:off x="662977" y="2518313"/>
        <a:ext cx="8389284" cy="555517"/>
      </dsp:txXfrm>
    </dsp:sp>
    <dsp:sp modelId="{9029E7B0-9B2C-4E45-A5C3-018BC18856ED}">
      <dsp:nvSpPr>
        <dsp:cNvPr id="0" name=""/>
        <dsp:cNvSpPr/>
      </dsp:nvSpPr>
      <dsp:spPr>
        <a:xfrm rot="5400000">
          <a:off x="-142066" y="3458541"/>
          <a:ext cx="947109" cy="662976"/>
        </a:xfrm>
        <a:prstGeom prst="chevron">
          <a:avLst/>
        </a:prstGeom>
        <a:solidFill>
          <a:srgbClr val="E8E8E8">
            <a:lumMod val="50000"/>
          </a:srgbClr>
        </a:solidFill>
        <a:ln w="19050" cap="flat" cmpd="sng" algn="ctr">
          <a:solidFill>
            <a:srgbClr val="FFC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endParaRPr lang="en-US" sz="20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endParaRPr>
        </a:p>
      </dsp:txBody>
      <dsp:txXfrm rot="-5400000">
        <a:off x="1" y="3647962"/>
        <a:ext cx="662976" cy="284133"/>
      </dsp:txXfrm>
    </dsp:sp>
    <dsp:sp modelId="{01D870D9-16DD-4029-B187-A35B261F65E8}">
      <dsp:nvSpPr>
        <dsp:cNvPr id="0" name=""/>
        <dsp:cNvSpPr/>
      </dsp:nvSpPr>
      <dsp:spPr>
        <a:xfrm rot="5400000">
          <a:off x="4564834" y="-585382"/>
          <a:ext cx="615621" cy="8419336"/>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vi-VN"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rPr>
            <a:t>Lưu trữ tài liệu</a:t>
          </a:r>
          <a:endParaRPr lang="en-US" sz="3600" b="0" kern="1200" cap="none" spc="0" dirty="0">
            <a:ln w="0"/>
            <a:solidFill>
              <a:prstClr val="black"/>
            </a:solidFill>
            <a:effectLst>
              <a:glow rad="101600">
                <a:srgbClr val="156082">
                  <a:satMod val="175000"/>
                  <a:alpha val="40000"/>
                </a:srgbClr>
              </a:glow>
              <a:outerShdw blurRad="38100" dist="19050" dir="2700000" algn="tl" rotWithShape="0">
                <a:prstClr val="black">
                  <a:alpha val="40000"/>
                </a:prstClr>
              </a:outerShdw>
              <a:reflection blurRad="6350" stA="55000" endA="300" endPos="45500" dir="5400000" sy="-100000" algn="bl" rotWithShape="0"/>
            </a:effectLst>
            <a:latin typeface="Times New Roman" panose="02020603050405020304" pitchFamily="18" charset="0"/>
            <a:ea typeface="+mn-ea"/>
            <a:cs typeface="Times New Roman" panose="02020603050405020304" pitchFamily="18" charset="0"/>
          </a:endParaRPr>
        </a:p>
      </dsp:txBody>
      <dsp:txXfrm rot="-5400000">
        <a:off x="662977" y="3346527"/>
        <a:ext cx="8389284" cy="555517"/>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1C0ABE-B7CB-866C-B490-0E7E437EDDF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7C35531-445E-5860-CD82-6D6F56E92D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ACF802-FFB4-4A56-BEEF-6949926E3AD2}" type="datetimeFigureOut">
              <a:rPr lang="en-US" smtClean="0"/>
              <a:t>10/11/2024</a:t>
            </a:fld>
            <a:endParaRPr lang="en-US"/>
          </a:p>
        </p:txBody>
      </p:sp>
      <p:sp>
        <p:nvSpPr>
          <p:cNvPr id="4" name="Footer Placeholder 3">
            <a:extLst>
              <a:ext uri="{FF2B5EF4-FFF2-40B4-BE49-F238E27FC236}">
                <a16:creationId xmlns:a16="http://schemas.microsoft.com/office/drawing/2014/main" id="{66B2CC0A-5645-7F56-D376-BC50A2D60B1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5F46542-22FB-99E2-787C-569FD407F5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438255-DDCA-40FD-A98C-A3D6AB230E1E}" type="slidenum">
              <a:rPr lang="en-US" smtClean="0"/>
              <a:t>‹#›</a:t>
            </a:fld>
            <a:endParaRPr lang="en-US"/>
          </a:p>
        </p:txBody>
      </p:sp>
    </p:spTree>
    <p:extLst>
      <p:ext uri="{BB962C8B-B14F-4D97-AF65-F5344CB8AC3E}">
        <p14:creationId xmlns:p14="http://schemas.microsoft.com/office/powerpoint/2010/main" val="154660806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FD6BB7-17D8-4509-9019-5FFB39500AED}" type="datetimeFigureOut">
              <a:rPr lang="en-US" smtClean="0"/>
              <a:t>10/11/2024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A930BB-B226-43C3-85A2-41BFB01E8094}" type="slidenum">
              <a:rPr lang="en-US" smtClean="0"/>
              <a:t>‹#›</a:t>
            </a:fld>
            <a:endParaRPr lang="en-US"/>
          </a:p>
        </p:txBody>
      </p:sp>
    </p:spTree>
    <p:extLst>
      <p:ext uri="{BB962C8B-B14F-4D97-AF65-F5344CB8AC3E}">
        <p14:creationId xmlns:p14="http://schemas.microsoft.com/office/powerpoint/2010/main" val="244849242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a:solidFill>
                  <a:schemeClr val="tx1"/>
                </a:solidFill>
                <a:effectLst/>
                <a:latin typeface="+mj-lt"/>
                <a:ea typeface="+mn-ea"/>
                <a:cs typeface="+mn-cs"/>
              </a:rPr>
              <a:t>S</a:t>
            </a:r>
            <a:r>
              <a:rPr lang="vi-VN" sz="1200" b="0" kern="1200" dirty="0">
                <a:solidFill>
                  <a:schemeClr val="tx1"/>
                </a:solidFill>
                <a:effectLst/>
                <a:latin typeface="+mj-lt"/>
                <a:ea typeface="+mn-ea"/>
                <a:cs typeface="+mn-cs"/>
              </a:rPr>
              <a:t>AP ERP( Enterprise Resource Planning)</a:t>
            </a:r>
            <a:r>
              <a:rPr lang="vi-VN" sz="1200" b="0" i="0" kern="1200" dirty="0">
                <a:solidFill>
                  <a:schemeClr val="tx1"/>
                </a:solidFill>
                <a:effectLst/>
                <a:latin typeface="+mj-lt"/>
                <a:ea typeface="+mn-ea"/>
                <a:cs typeface="+mn-cs"/>
              </a:rPr>
              <a:t> là phần mềm hoạch định doanh nghiệp được phát triển bởi công ty SAP của Đức. </a:t>
            </a:r>
          </a:p>
          <a:p>
            <a:r>
              <a:rPr lang="vi-VN" sz="1200" b="0" i="0" kern="1200" dirty="0">
                <a:solidFill>
                  <a:schemeClr val="tx1"/>
                </a:solidFill>
                <a:effectLst/>
                <a:latin typeface="+mj-lt"/>
                <a:ea typeface="+mn-ea"/>
                <a:cs typeface="+mn-cs"/>
              </a:rPr>
              <a:t>Phiên bản đầu tiên (SAP ERP 6.0) được ra đời năm 2006.</a:t>
            </a:r>
          </a:p>
          <a:p>
            <a:r>
              <a:rPr lang="vi-VN" b="0" i="0" dirty="0">
                <a:solidFill>
                  <a:srgbClr val="45464B"/>
                </a:solidFill>
                <a:effectLst/>
                <a:latin typeface="+mj-lt"/>
              </a:rPr>
              <a:t>Tổng giá trị mà công ty này đem lại chỉ đứng sau các ông lớn như MS, IBM, Oracle, Apple. </a:t>
            </a:r>
          </a:p>
          <a:p>
            <a:r>
              <a:rPr lang="vi-VN" b="0" i="0" dirty="0">
                <a:solidFill>
                  <a:srgbClr val="45464B"/>
                </a:solidFill>
                <a:effectLst/>
                <a:latin typeface="+mj-lt"/>
              </a:rPr>
              <a:t>Tại Việt Nam, sap có 2 văn phòng tại Hà Nội và thành phố Hồ Chí Minh, trực thuộc sap khu vực châu á Thái Bình Dương.</a:t>
            </a:r>
            <a:endParaRPr lang="en-US" dirty="0">
              <a:latin typeface="+mj-lt"/>
            </a:endParaRPr>
          </a:p>
        </p:txBody>
      </p:sp>
    </p:spTree>
    <p:extLst>
      <p:ext uri="{BB962C8B-B14F-4D97-AF65-F5344CB8AC3E}">
        <p14:creationId xmlns:p14="http://schemas.microsoft.com/office/powerpoint/2010/main" val="2653775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01489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66524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74747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10998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86795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solidFill>
                  <a:srgbClr val="FF0000"/>
                </a:solidFill>
              </a:rPr>
              <a:t>Một số moduel mà SEMV không sử dụng như:</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rgbClr val="FF0000"/>
                </a:solidFill>
              </a:rPr>
              <a:t>Quản</a:t>
            </a:r>
            <a:r>
              <a:rPr lang="en-US" dirty="0">
                <a:solidFill>
                  <a:srgbClr val="FF0000"/>
                </a:solidFill>
              </a:rPr>
              <a:t> </a:t>
            </a:r>
            <a:r>
              <a:rPr lang="en-US" dirty="0" err="1">
                <a:solidFill>
                  <a:srgbClr val="FF0000"/>
                </a:solidFill>
              </a:rPr>
              <a:t>lý</a:t>
            </a:r>
            <a:r>
              <a:rPr lang="en-US" dirty="0">
                <a:solidFill>
                  <a:srgbClr val="FF0000"/>
                </a:solidFill>
              </a:rPr>
              <a:t> </a:t>
            </a:r>
            <a:r>
              <a:rPr lang="en-US" dirty="0" err="1">
                <a:solidFill>
                  <a:srgbClr val="FF0000"/>
                </a:solidFill>
              </a:rPr>
              <a:t>nguồn</a:t>
            </a:r>
            <a:r>
              <a:rPr lang="en-US" dirty="0">
                <a:solidFill>
                  <a:srgbClr val="FF0000"/>
                </a:solidFill>
              </a:rPr>
              <a:t> </a:t>
            </a:r>
            <a:r>
              <a:rPr lang="en-US" dirty="0" err="1">
                <a:solidFill>
                  <a:srgbClr val="FF0000"/>
                </a:solidFill>
              </a:rPr>
              <a:t>nhân</a:t>
            </a:r>
            <a:r>
              <a:rPr lang="en-US" dirty="0">
                <a:solidFill>
                  <a:srgbClr val="FF0000"/>
                </a:solidFill>
              </a:rPr>
              <a:t> </a:t>
            </a:r>
            <a:r>
              <a:rPr lang="en-US" dirty="0" err="1">
                <a:solidFill>
                  <a:srgbClr val="FF0000"/>
                </a:solidFill>
              </a:rPr>
              <a:t>lực</a:t>
            </a:r>
            <a:r>
              <a:rPr lang="en-US" dirty="0">
                <a:solidFill>
                  <a:srgbClr val="FF0000"/>
                </a:solidFill>
              </a:rPr>
              <a:t> (HCM)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Xây</a:t>
            </a:r>
            <a:r>
              <a:rPr lang="en-US" dirty="0"/>
              <a:t> </a:t>
            </a:r>
            <a:r>
              <a:rPr lang="en-US" dirty="0" err="1"/>
              <a:t>dựng</a:t>
            </a:r>
            <a:r>
              <a:rPr lang="en-US" dirty="0"/>
              <a:t> </a:t>
            </a:r>
            <a:r>
              <a:rPr lang="en-US" dirty="0" err="1"/>
              <a:t>hệ</a:t>
            </a:r>
            <a:r>
              <a:rPr lang="en-US" dirty="0"/>
              <a:t> </a:t>
            </a:r>
            <a:r>
              <a:rPr lang="en-US" dirty="0" err="1"/>
              <a:t>thống</a:t>
            </a:r>
            <a:r>
              <a:rPr lang="en-US" dirty="0"/>
              <a:t> </a:t>
            </a:r>
            <a:r>
              <a:rPr lang="en-US" dirty="0" err="1"/>
              <a:t>dự</a:t>
            </a:r>
            <a:r>
              <a:rPr lang="en-US" dirty="0"/>
              <a:t> </a:t>
            </a:r>
            <a:r>
              <a:rPr lang="en-US" dirty="0" err="1"/>
              <a:t>án</a:t>
            </a:r>
            <a:r>
              <a:rPr lang="en-US" dirty="0"/>
              <a:t> (PS)  </a:t>
            </a:r>
          </a:p>
        </p:txBody>
      </p:sp>
    </p:spTree>
    <p:extLst>
      <p:ext uri="{BB962C8B-B14F-4D97-AF65-F5344CB8AC3E}">
        <p14:creationId xmlns:p14="http://schemas.microsoft.com/office/powerpoint/2010/main" val="3731558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sản xuất: ghi nhận các hoạt động thực tế của công ty</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phát triển: sử dụng Test khi có yêu cầu cải tiến hệ thống</a:t>
            </a:r>
            <a:endParaRPr lang="en-US" dirty="0"/>
          </a:p>
        </p:txBody>
      </p:sp>
    </p:spTree>
    <p:extLst>
      <p:ext uri="{BB962C8B-B14F-4D97-AF65-F5344CB8AC3E}">
        <p14:creationId xmlns:p14="http://schemas.microsoft.com/office/powerpoint/2010/main" val="5395413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dirty="0">
                <a:effectLst/>
                <a:latin typeface="+mj-lt"/>
                <a:ea typeface="Malgun Gothic" panose="020B0503020000020004" pitchFamily="34" charset="-127"/>
                <a:cs typeface="Times New Roman" panose="02020603050405020304" pitchFamily="18" charset="0"/>
              </a:rPr>
              <a:t>Mục tiêu chính của MES là đảm bảo thực hiện hiệu quả các hoạt động sản xuất và cải thiện năng suất lao động.</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latin typeface="+mj-lt"/>
              </a:rPr>
              <a:t>MES:Là một giải pháp phần mềm được ứng dụng trong hoạt động quản trị sản xuất. MES cung cấp các chức năng cho phép quản trị sản xuất, phân phối công việc và đóng vai trò như một hệ thống thu thập dữ liệu về quá trình sản xuất, năng suất, quản lý nguyên liệu, tình trạng công việc đang tiến hành đồng thời cung cấp thông tin cho người quản lý hiểu được tình trạng hoạt động của nhà máy theo thời gian thực.</a:t>
            </a:r>
            <a:endParaRPr lang="en-US" dirty="0">
              <a:latin typeface="+mj-lt"/>
            </a:endParaRPr>
          </a:p>
          <a:p>
            <a:endParaRPr lang="vi-VN" sz="1200" dirty="0">
              <a:effectLst/>
              <a:latin typeface="+mj-lt"/>
              <a:ea typeface="Malgun Gothic" panose="020B0503020000020004" pitchFamily="34" charset="-127"/>
              <a:cs typeface="Times New Roman" panose="02020603050405020304" pitchFamily="18" charset="0"/>
            </a:endParaRPr>
          </a:p>
          <a:p>
            <a:endParaRPr lang="en-US" dirty="0">
              <a:latin typeface="+mj-lt"/>
            </a:endParaRPr>
          </a:p>
        </p:txBody>
      </p:sp>
    </p:spTree>
    <p:extLst>
      <p:ext uri="{BB962C8B-B14F-4D97-AF65-F5344CB8AC3E}">
        <p14:creationId xmlns:p14="http://schemas.microsoft.com/office/powerpoint/2010/main" val="3757899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49616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Đảm bảo sản xuất tối ưu và liên tục</a:t>
            </a:r>
            <a:r>
              <a:rPr lang="vi-VN"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với các kế hoạch thống nhất, rõ ràng và nhất quán</a:t>
            </a:r>
            <a:endPar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Tối</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ưu</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năng</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lực</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máy</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móc</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và</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các</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nguồn</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lực</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sản</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xuất</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thông</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qua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các</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quy</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trình</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được</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số</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hóa</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dữ</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liệu</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máy</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móc</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và</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dữ</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liệu</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sản</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xuất</a:t>
            </a:r>
            <a:endPar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endParaRPr lang="en-US" dirty="0"/>
          </a:p>
        </p:txBody>
      </p:sp>
    </p:spTree>
    <p:extLst>
      <p:ext uri="{BB962C8B-B14F-4D97-AF65-F5344CB8AC3E}">
        <p14:creationId xmlns:p14="http://schemas.microsoft.com/office/powerpoint/2010/main" val="3709764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Tăng</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khả</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năng</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phối</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hợp</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và</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cải</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tiến</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các</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quy</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trình</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với</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mục</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tiêu</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loại</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bỏ</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các</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rủi</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ro</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trong</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phối</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hợp</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liên</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bộ</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phận</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và</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loại</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bỏ</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thời</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gian</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chết</a:t>
            </a:r>
            <a:endPar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Nâng</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cao</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chất</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lượng</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sản</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phẩm</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và</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nguồn</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dữ</a:t>
            </a:r>
            <a:r>
              <a:rPr lang="en-US" sz="1800" b="0" kern="100" dirty="0">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highlight>
                  <a:srgbClr val="FFFF00"/>
                </a:highlight>
                <a:latin typeface="Times New Roman" panose="02020603050405020304" pitchFamily="18" charset="0"/>
                <a:ea typeface="Malgun Gothic" panose="020B0503020000020004" pitchFamily="34" charset="-127"/>
                <a:cs typeface="Times New Roman" panose="02020603050405020304" pitchFamily="18" charset="0"/>
              </a:rPr>
              <a:t>liệu</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với</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việc</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thu</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thập</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phân</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tích</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dữ</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liệu</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và</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đưa</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ra</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các</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dự</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báo</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nhằm</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phát</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hiện</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sớm</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các</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nguy</a:t>
            </a:r>
            <a:r>
              <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b="0" kern="100" dirty="0" err="1">
                <a:effectLst/>
                <a:latin typeface="Times New Roman" panose="02020603050405020304" pitchFamily="18" charset="0"/>
                <a:ea typeface="Malgun Gothic" panose="020B0503020000020004" pitchFamily="34" charset="-127"/>
                <a:cs typeface="Times New Roman" panose="02020603050405020304" pitchFamily="18" charset="0"/>
              </a:rPr>
              <a:t>cơ</a:t>
            </a:r>
            <a:endParaRPr lang="en-US" sz="1800" b="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endParaRPr lang="en-US"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8115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9899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49623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sản xuất: ghi nhận các hoạt động thực tế của công ty</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phát triển: sử dụng Test khi có yêu cầu cải tiến hệ thống</a:t>
            </a:r>
            <a:endParaRPr lang="en-US" dirty="0"/>
          </a:p>
        </p:txBody>
      </p:sp>
    </p:spTree>
    <p:extLst>
      <p:ext uri="{BB962C8B-B14F-4D97-AF65-F5344CB8AC3E}">
        <p14:creationId xmlns:p14="http://schemas.microsoft.com/office/powerpoint/2010/main" val="2689390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sản xuất: ghi nhận các hoạt động thực tế của công ty</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phát triển: sử dụng Test khi có yêu cầu cải tiến hệ thống</a:t>
            </a:r>
            <a:endParaRPr lang="en-US" dirty="0"/>
          </a:p>
        </p:txBody>
      </p:sp>
    </p:spTree>
    <p:extLst>
      <p:ext uri="{BB962C8B-B14F-4D97-AF65-F5344CB8AC3E}">
        <p14:creationId xmlns:p14="http://schemas.microsoft.com/office/powerpoint/2010/main" val="6399407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sản xuất: ghi nhận các hoạt động thực tế của công ty</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phát triển: sử dụng Test khi có yêu cầu cải tiến hệ thống</a:t>
            </a:r>
            <a:endParaRPr lang="en-US" dirty="0"/>
          </a:p>
        </p:txBody>
      </p:sp>
    </p:spTree>
    <p:extLst>
      <p:ext uri="{BB962C8B-B14F-4D97-AF65-F5344CB8AC3E}">
        <p14:creationId xmlns:p14="http://schemas.microsoft.com/office/powerpoint/2010/main" val="39154381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10912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613151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963162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850755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sản xuất: ghi nhận các hoạt động thực tế của công ty</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phát triển: sử dụng Test khi có yêu cầu cải tiến hệ thống</a:t>
            </a:r>
            <a:endParaRPr lang="en-US" dirty="0"/>
          </a:p>
        </p:txBody>
      </p:sp>
    </p:spTree>
    <p:extLst>
      <p:ext uri="{BB962C8B-B14F-4D97-AF65-F5344CB8AC3E}">
        <p14:creationId xmlns:p14="http://schemas.microsoft.com/office/powerpoint/2010/main" val="38593006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sản xuất: ghi nhận các hoạt động thực tế của công ty</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phát triển: sử dụng Test khi có yêu cầu cải tiến hệ thống</a:t>
            </a:r>
            <a:endParaRPr lang="en-US" dirty="0"/>
          </a:p>
        </p:txBody>
      </p:sp>
    </p:spTree>
    <p:extLst>
      <p:ext uri="{BB962C8B-B14F-4D97-AF65-F5344CB8AC3E}">
        <p14:creationId xmlns:p14="http://schemas.microsoft.com/office/powerpoint/2010/main" val="17627880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sản xuất: ghi nhận các hoạt động thực tế của công ty</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phát triển: sử dụng Test khi có yêu cầu cải tiến hệ thống</a:t>
            </a:r>
            <a:endParaRPr lang="en-US" dirty="0"/>
          </a:p>
        </p:txBody>
      </p:sp>
    </p:spTree>
    <p:extLst>
      <p:ext uri="{BB962C8B-B14F-4D97-AF65-F5344CB8AC3E}">
        <p14:creationId xmlns:p14="http://schemas.microsoft.com/office/powerpoint/2010/main" val="205776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sản xuất: ghi nhận các hoạt động thực tế của công ty</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phát triển: sử dụng Test khi có yêu cầu cải tiến hệ thống</a:t>
            </a:r>
            <a:endParaRPr lang="en-US" dirty="0"/>
          </a:p>
        </p:txBody>
      </p:sp>
    </p:spTree>
    <p:extLst>
      <p:ext uri="{BB962C8B-B14F-4D97-AF65-F5344CB8AC3E}">
        <p14:creationId xmlns:p14="http://schemas.microsoft.com/office/powerpoint/2010/main" val="35141140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sản xuất: ghi nhận các hoạt động thực tế của công ty</a:t>
            </a:r>
          </a:p>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SAP phát triển: sử dụng Test khi có yêu cầu cải tiến hệ thống</a:t>
            </a:r>
            <a:endParaRPr lang="en-US" dirty="0"/>
          </a:p>
        </p:txBody>
      </p:sp>
    </p:spTree>
    <p:extLst>
      <p:ext uri="{BB962C8B-B14F-4D97-AF65-F5344CB8AC3E}">
        <p14:creationId xmlns:p14="http://schemas.microsoft.com/office/powerpoint/2010/main" val="2556136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C8A94-6797-1315-2B5C-59D73A176EFE}"/>
              </a:ext>
            </a:extLst>
          </p:cNvPr>
          <p:cNvSpPr>
            <a:spLocks noGrp="1"/>
          </p:cNvSpPr>
          <p:nvPr>
            <p:ph type="ctrTitle"/>
          </p:nvPr>
        </p:nvSpPr>
        <p:spPr>
          <a:xfrm>
            <a:off x="1524000" y="1122363"/>
            <a:ext cx="9144000" cy="2387600"/>
          </a:xfrm>
        </p:spPr>
        <p:txBody>
          <a:bodyPr anchor="b"/>
          <a:lstStyle>
            <a:lvl1pPr marL="0" indent="0" algn="ctr">
              <a:buNone/>
              <a:defRPr sz="6000"/>
            </a:lvl1pPr>
          </a:lstStyle>
          <a:p>
            <a:r>
              <a:rPr lang="en-US" dirty="0"/>
              <a:t>Click to edit Master title style</a:t>
            </a:r>
          </a:p>
        </p:txBody>
      </p:sp>
      <p:sp>
        <p:nvSpPr>
          <p:cNvPr id="3" name="Subtitle 2">
            <a:extLst>
              <a:ext uri="{FF2B5EF4-FFF2-40B4-BE49-F238E27FC236}">
                <a16:creationId xmlns:a16="http://schemas.microsoft.com/office/drawing/2014/main" id="{CA912FB7-D69F-282F-D8A3-0ECDABCDDA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Slide Number Placeholder 5">
            <a:extLst>
              <a:ext uri="{FF2B5EF4-FFF2-40B4-BE49-F238E27FC236}">
                <a16:creationId xmlns:a16="http://schemas.microsoft.com/office/drawing/2014/main" id="{7ADDB505-D73C-6C74-00D1-178BCA750849}"/>
              </a:ext>
            </a:extLst>
          </p:cNvPr>
          <p:cNvSpPr>
            <a:spLocks noGrp="1"/>
          </p:cNvSpPr>
          <p:nvPr>
            <p:ph type="sldNum" sz="quarter" idx="12"/>
          </p:nvPr>
        </p:nvSpPr>
        <p:spPr/>
        <p:txBody>
          <a:bodyPr/>
          <a:lstStyle/>
          <a:p>
            <a:fld id="{A826A215-A5F0-48E6-BDB0-DB2528564D1C}" type="slidenum">
              <a:rPr lang="en-US" smtClean="0"/>
              <a:t>‹#›</a:t>
            </a:fld>
            <a:endParaRPr lang="en-US"/>
          </a:p>
        </p:txBody>
      </p:sp>
    </p:spTree>
    <p:extLst>
      <p:ext uri="{BB962C8B-B14F-4D97-AF65-F5344CB8AC3E}">
        <p14:creationId xmlns:p14="http://schemas.microsoft.com/office/powerpoint/2010/main" val="3121483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99016-411E-35F4-0EA2-965DF2723EEC}"/>
              </a:ext>
            </a:extLst>
          </p:cNvPr>
          <p:cNvSpPr>
            <a:spLocks noGrp="1"/>
          </p:cNvSpPr>
          <p:nvPr>
            <p:ph type="title"/>
          </p:nvPr>
        </p:nvSpPr>
        <p:spPr/>
        <p:txBody>
          <a:bodyPr/>
          <a:lstStyle>
            <a:lvl1pPr marL="0" indent="0">
              <a:buNone/>
              <a:defRPr/>
            </a:lvl1pPr>
          </a:lstStyle>
          <a:p>
            <a:r>
              <a:rPr lang="en-US" dirty="0"/>
              <a:t>Click to edit Master title style</a:t>
            </a:r>
          </a:p>
        </p:txBody>
      </p:sp>
      <p:sp>
        <p:nvSpPr>
          <p:cNvPr id="3" name="Content Placeholder 2">
            <a:extLst>
              <a:ext uri="{FF2B5EF4-FFF2-40B4-BE49-F238E27FC236}">
                <a16:creationId xmlns:a16="http://schemas.microsoft.com/office/drawing/2014/main" id="{91ECE2BE-7418-4267-218A-5BD546F3C5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961EE185-7AF8-D0CF-E056-2FE2997B9930}"/>
              </a:ext>
            </a:extLst>
          </p:cNvPr>
          <p:cNvSpPr>
            <a:spLocks noGrp="1"/>
          </p:cNvSpPr>
          <p:nvPr>
            <p:ph type="sldNum" sz="quarter" idx="12"/>
          </p:nvPr>
        </p:nvSpPr>
        <p:spPr/>
        <p:txBody>
          <a:bodyPr/>
          <a:lstStyle/>
          <a:p>
            <a:fld id="{A826A215-A5F0-48E6-BDB0-DB2528564D1C}" type="slidenum">
              <a:rPr lang="en-US" smtClean="0"/>
              <a:t>‹#›</a:t>
            </a:fld>
            <a:endParaRPr lang="en-US"/>
          </a:p>
        </p:txBody>
      </p:sp>
    </p:spTree>
    <p:extLst>
      <p:ext uri="{BB962C8B-B14F-4D97-AF65-F5344CB8AC3E}">
        <p14:creationId xmlns:p14="http://schemas.microsoft.com/office/powerpoint/2010/main" val="1162324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78ADF-C805-9462-ED2E-7C27B1CEDD5B}"/>
              </a:ext>
            </a:extLst>
          </p:cNvPr>
          <p:cNvSpPr>
            <a:spLocks noGrp="1"/>
          </p:cNvSpPr>
          <p:nvPr>
            <p:ph type="title"/>
          </p:nvPr>
        </p:nvSpPr>
        <p:spPr>
          <a:xfrm>
            <a:off x="831850" y="1709738"/>
            <a:ext cx="10515600" cy="2852737"/>
          </a:xfrm>
        </p:spPr>
        <p:txBody>
          <a:bodyPr anchor="b"/>
          <a:lstStyle>
            <a:lvl1pPr marL="0" indent="0">
              <a:buNone/>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7540FE7F-31C1-F986-268F-0AC020CF3B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6" name="Slide Number Placeholder 5">
            <a:extLst>
              <a:ext uri="{FF2B5EF4-FFF2-40B4-BE49-F238E27FC236}">
                <a16:creationId xmlns:a16="http://schemas.microsoft.com/office/drawing/2014/main" id="{3668B809-641A-0A3C-352C-5311EE2E4AAB}"/>
              </a:ext>
            </a:extLst>
          </p:cNvPr>
          <p:cNvSpPr>
            <a:spLocks noGrp="1"/>
          </p:cNvSpPr>
          <p:nvPr>
            <p:ph type="sldNum" sz="quarter" idx="12"/>
          </p:nvPr>
        </p:nvSpPr>
        <p:spPr/>
        <p:txBody>
          <a:bodyPr/>
          <a:lstStyle/>
          <a:p>
            <a:fld id="{A826A215-A5F0-48E6-BDB0-DB2528564D1C}" type="slidenum">
              <a:rPr lang="en-US" smtClean="0"/>
              <a:t>‹#›</a:t>
            </a:fld>
            <a:endParaRPr lang="en-US"/>
          </a:p>
        </p:txBody>
      </p:sp>
    </p:spTree>
    <p:extLst>
      <p:ext uri="{BB962C8B-B14F-4D97-AF65-F5344CB8AC3E}">
        <p14:creationId xmlns:p14="http://schemas.microsoft.com/office/powerpoint/2010/main" val="2132468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A94-6FE9-5700-6C6A-BD0C3B210626}"/>
              </a:ext>
            </a:extLst>
          </p:cNvPr>
          <p:cNvSpPr>
            <a:spLocks noGrp="1"/>
          </p:cNvSpPr>
          <p:nvPr>
            <p:ph type="title"/>
          </p:nvPr>
        </p:nvSpPr>
        <p:spPr/>
        <p:txBody>
          <a:bodyPr/>
          <a:lstStyle>
            <a:lvl1pPr marL="0" indent="0">
              <a:buNone/>
              <a:defRPr/>
            </a:lvl1pPr>
          </a:lstStyle>
          <a:p>
            <a:r>
              <a:rPr lang="en-US" dirty="0"/>
              <a:t>Click to edit Master title style</a:t>
            </a:r>
          </a:p>
        </p:txBody>
      </p:sp>
      <p:sp>
        <p:nvSpPr>
          <p:cNvPr id="3" name="Content Placeholder 2">
            <a:extLst>
              <a:ext uri="{FF2B5EF4-FFF2-40B4-BE49-F238E27FC236}">
                <a16:creationId xmlns:a16="http://schemas.microsoft.com/office/drawing/2014/main" id="{81C2AAED-EEFE-D5AD-D9F5-7888F9DB3B2E}"/>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C4AD0A0-B517-79A6-FD97-51ED018143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67F0CACC-8BB4-0AD6-8A4F-7E12A7F4B28D}"/>
              </a:ext>
            </a:extLst>
          </p:cNvPr>
          <p:cNvSpPr>
            <a:spLocks noGrp="1"/>
          </p:cNvSpPr>
          <p:nvPr>
            <p:ph type="sldNum" sz="quarter" idx="12"/>
          </p:nvPr>
        </p:nvSpPr>
        <p:spPr/>
        <p:txBody>
          <a:bodyPr/>
          <a:lstStyle/>
          <a:p>
            <a:fld id="{A826A215-A5F0-48E6-BDB0-DB2528564D1C}" type="slidenum">
              <a:rPr lang="en-US" smtClean="0"/>
              <a:t>‹#›</a:t>
            </a:fld>
            <a:endParaRPr lang="en-US"/>
          </a:p>
        </p:txBody>
      </p:sp>
    </p:spTree>
    <p:extLst>
      <p:ext uri="{BB962C8B-B14F-4D97-AF65-F5344CB8AC3E}">
        <p14:creationId xmlns:p14="http://schemas.microsoft.com/office/powerpoint/2010/main" val="1267670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9138A-E5E4-F5CB-0868-035DCCA61D1E}"/>
              </a:ext>
            </a:extLst>
          </p:cNvPr>
          <p:cNvSpPr>
            <a:spLocks noGrp="1"/>
          </p:cNvSpPr>
          <p:nvPr>
            <p:ph type="title"/>
          </p:nvPr>
        </p:nvSpPr>
        <p:spPr>
          <a:xfrm>
            <a:off x="839788" y="365125"/>
            <a:ext cx="10515600" cy="1325563"/>
          </a:xfrm>
        </p:spPr>
        <p:txBody>
          <a:bodyPr/>
          <a:lstStyle>
            <a:lvl1pPr marL="0" indent="0">
              <a:buNone/>
              <a:defRPr/>
            </a:lvl1pPr>
          </a:lstStyle>
          <a:p>
            <a:r>
              <a:rPr lang="en-US" dirty="0"/>
              <a:t>Click to edit Master title style</a:t>
            </a:r>
          </a:p>
        </p:txBody>
      </p:sp>
      <p:sp>
        <p:nvSpPr>
          <p:cNvPr id="3" name="Text Placeholder 2">
            <a:extLst>
              <a:ext uri="{FF2B5EF4-FFF2-40B4-BE49-F238E27FC236}">
                <a16:creationId xmlns:a16="http://schemas.microsoft.com/office/drawing/2014/main" id="{2FBBFC37-99C4-E623-C028-C5E31BC3C9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C3CBA4-B1F7-3298-4278-46D17E43C2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0B1E59-02B9-331C-94EB-A459B931C4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9AE579-64E1-AA94-584E-D8F380AE08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6F38530F-73B6-2750-714C-06A87666BE43}"/>
              </a:ext>
            </a:extLst>
          </p:cNvPr>
          <p:cNvSpPr>
            <a:spLocks noGrp="1"/>
          </p:cNvSpPr>
          <p:nvPr>
            <p:ph type="sldNum" sz="quarter" idx="12"/>
          </p:nvPr>
        </p:nvSpPr>
        <p:spPr/>
        <p:txBody>
          <a:bodyPr/>
          <a:lstStyle/>
          <a:p>
            <a:fld id="{A826A215-A5F0-48E6-BDB0-DB2528564D1C}" type="slidenum">
              <a:rPr lang="en-US" smtClean="0"/>
              <a:t>‹#›</a:t>
            </a:fld>
            <a:endParaRPr lang="en-US"/>
          </a:p>
        </p:txBody>
      </p:sp>
    </p:spTree>
    <p:extLst>
      <p:ext uri="{BB962C8B-B14F-4D97-AF65-F5344CB8AC3E}">
        <p14:creationId xmlns:p14="http://schemas.microsoft.com/office/powerpoint/2010/main" val="1613067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F995D-6632-716A-11E8-3C2293297C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1C8D21-438A-761F-34F1-A048C06A3191}"/>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30A9933C-89A3-3F30-79FE-5EBEF7A8842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08B63C14-5DC2-04FF-F119-6C8B8132DD8B}"/>
              </a:ext>
            </a:extLst>
          </p:cNvPr>
          <p:cNvSpPr>
            <a:spLocks noGrp="1"/>
          </p:cNvSpPr>
          <p:nvPr>
            <p:ph type="sldNum" sz="quarter" idx="12"/>
          </p:nvPr>
        </p:nvSpPr>
        <p:spPr/>
        <p:txBody>
          <a:bodyPr/>
          <a:lstStyle/>
          <a:p>
            <a:fld id="{A826A215-A5F0-48E6-BDB0-DB2528564D1C}" type="slidenum">
              <a:rPr lang="en-US" smtClean="0"/>
              <a:t>‹#›</a:t>
            </a:fld>
            <a:endParaRPr lang="en-US"/>
          </a:p>
        </p:txBody>
      </p:sp>
    </p:spTree>
    <p:extLst>
      <p:ext uri="{BB962C8B-B14F-4D97-AF65-F5344CB8AC3E}">
        <p14:creationId xmlns:p14="http://schemas.microsoft.com/office/powerpoint/2010/main" val="187651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15B884-23EB-9EA9-E806-89692D134499}"/>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D92E55AF-CBAA-7C88-AC5D-93958166489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AAEFAE4E-8577-C7D7-0836-072C292F039F}"/>
              </a:ext>
            </a:extLst>
          </p:cNvPr>
          <p:cNvSpPr>
            <a:spLocks noGrp="1"/>
          </p:cNvSpPr>
          <p:nvPr>
            <p:ph type="sldNum" sz="quarter" idx="12"/>
          </p:nvPr>
        </p:nvSpPr>
        <p:spPr/>
        <p:txBody>
          <a:bodyPr/>
          <a:lstStyle/>
          <a:p>
            <a:fld id="{A826A215-A5F0-48E6-BDB0-DB2528564D1C}" type="slidenum">
              <a:rPr lang="en-US" smtClean="0"/>
              <a:t>‹#›</a:t>
            </a:fld>
            <a:endParaRPr lang="en-US"/>
          </a:p>
        </p:txBody>
      </p:sp>
    </p:spTree>
    <p:extLst>
      <p:ext uri="{BB962C8B-B14F-4D97-AF65-F5344CB8AC3E}">
        <p14:creationId xmlns:p14="http://schemas.microsoft.com/office/powerpoint/2010/main" val="3207775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4B1F1-963F-E7CE-AA2F-CD6F45755E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255ECF-E22A-D3C8-8D86-9FDA845DCF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38B9CD-995E-4750-D0E6-33E5E33E30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79892B-5D19-79C3-883D-985471E2B93B}"/>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392C2B4F-6A92-020C-3805-111D30C4619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63F76B9-946D-E29C-974A-7CC36A657C17}"/>
              </a:ext>
            </a:extLst>
          </p:cNvPr>
          <p:cNvSpPr>
            <a:spLocks noGrp="1"/>
          </p:cNvSpPr>
          <p:nvPr>
            <p:ph type="sldNum" sz="quarter" idx="12"/>
          </p:nvPr>
        </p:nvSpPr>
        <p:spPr/>
        <p:txBody>
          <a:bodyPr/>
          <a:lstStyle/>
          <a:p>
            <a:fld id="{A826A215-A5F0-48E6-BDB0-DB2528564D1C}" type="slidenum">
              <a:rPr lang="en-US" smtClean="0"/>
              <a:t>‹#›</a:t>
            </a:fld>
            <a:endParaRPr lang="en-US"/>
          </a:p>
        </p:txBody>
      </p:sp>
    </p:spTree>
    <p:extLst>
      <p:ext uri="{BB962C8B-B14F-4D97-AF65-F5344CB8AC3E}">
        <p14:creationId xmlns:p14="http://schemas.microsoft.com/office/powerpoint/2010/main" val="2050887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0EAEC-41D4-C543-7F33-DB2E43DF3D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824EEDA-3674-D5EA-3523-330E493AA7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34A839-9000-1FFC-89CC-817565606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D6A235-C50D-5069-7F52-078AA86D76F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7FC94E83-D250-A104-BB70-65DFFE1814C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19471E8-7428-C761-C89F-7AB98222FFC6}"/>
              </a:ext>
            </a:extLst>
          </p:cNvPr>
          <p:cNvSpPr>
            <a:spLocks noGrp="1"/>
          </p:cNvSpPr>
          <p:nvPr>
            <p:ph type="sldNum" sz="quarter" idx="12"/>
          </p:nvPr>
        </p:nvSpPr>
        <p:spPr/>
        <p:txBody>
          <a:bodyPr/>
          <a:lstStyle/>
          <a:p>
            <a:fld id="{A826A215-A5F0-48E6-BDB0-DB2528564D1C}" type="slidenum">
              <a:rPr lang="en-US" smtClean="0"/>
              <a:t>‹#›</a:t>
            </a:fld>
            <a:endParaRPr lang="en-US"/>
          </a:p>
        </p:txBody>
      </p:sp>
    </p:spTree>
    <p:extLst>
      <p:ext uri="{BB962C8B-B14F-4D97-AF65-F5344CB8AC3E}">
        <p14:creationId xmlns:p14="http://schemas.microsoft.com/office/powerpoint/2010/main" val="1622813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08FE0-EA1F-C057-22C4-AD0C1A6C96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862E5D-B2D7-1D82-57FD-3CA9A94AC6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6AC047-7CA0-AE9A-3BD7-BDF6830D709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754154EF-65E8-22EE-27EC-AD58D7AAD88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1316D18-BDE6-F260-24CB-A4FCA872A072}"/>
              </a:ext>
            </a:extLst>
          </p:cNvPr>
          <p:cNvSpPr>
            <a:spLocks noGrp="1"/>
          </p:cNvSpPr>
          <p:nvPr>
            <p:ph type="sldNum" sz="quarter" idx="12"/>
          </p:nvPr>
        </p:nvSpPr>
        <p:spPr/>
        <p:txBody>
          <a:bodyPr/>
          <a:lstStyle/>
          <a:p>
            <a:fld id="{A826A215-A5F0-48E6-BDB0-DB2528564D1C}" type="slidenum">
              <a:rPr lang="en-US" smtClean="0"/>
              <a:t>‹#›</a:t>
            </a:fld>
            <a:endParaRPr lang="en-US"/>
          </a:p>
        </p:txBody>
      </p:sp>
    </p:spTree>
    <p:extLst>
      <p:ext uri="{BB962C8B-B14F-4D97-AF65-F5344CB8AC3E}">
        <p14:creationId xmlns:p14="http://schemas.microsoft.com/office/powerpoint/2010/main" val="2904542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CE161D-EF50-C45E-DD7A-BA978A1384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0F10E7-1BD2-BDAD-5A93-CB48745D76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2451F4-A40B-1CB6-3610-8BF5E77D97C5}"/>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FC07E8C-A092-0A4B-C48A-586D91D4586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220ED09-BF79-9D99-815D-722ECA34ECB5}"/>
              </a:ext>
            </a:extLst>
          </p:cNvPr>
          <p:cNvSpPr>
            <a:spLocks noGrp="1"/>
          </p:cNvSpPr>
          <p:nvPr>
            <p:ph type="sldNum" sz="quarter" idx="12"/>
          </p:nvPr>
        </p:nvSpPr>
        <p:spPr/>
        <p:txBody>
          <a:bodyPr/>
          <a:lstStyle/>
          <a:p>
            <a:fld id="{A826A215-A5F0-48E6-BDB0-DB2528564D1C}" type="slidenum">
              <a:rPr lang="en-US" smtClean="0"/>
              <a:t>‹#›</a:t>
            </a:fld>
            <a:endParaRPr lang="en-US"/>
          </a:p>
        </p:txBody>
      </p:sp>
    </p:spTree>
    <p:extLst>
      <p:ext uri="{BB962C8B-B14F-4D97-AF65-F5344CB8AC3E}">
        <p14:creationId xmlns:p14="http://schemas.microsoft.com/office/powerpoint/2010/main" val="3547029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587C58-3D72-05E6-D1AC-B75E4367EBE6}"/>
              </a:ext>
            </a:extLst>
          </p:cNvPr>
          <p:cNvSpPr>
            <a:spLocks noGrp="1"/>
          </p:cNvSpPr>
          <p:nvPr>
            <p:ph type="title"/>
          </p:nvPr>
        </p:nvSpPr>
        <p:spPr>
          <a:xfrm>
            <a:off x="838200" y="365125"/>
            <a:ext cx="10515600" cy="81560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FE1BD61-D204-7D3B-4973-A73EE2B7E3EF}"/>
              </a:ext>
            </a:extLst>
          </p:cNvPr>
          <p:cNvSpPr>
            <a:spLocks noGrp="1"/>
          </p:cNvSpPr>
          <p:nvPr>
            <p:ph type="body" idx="1"/>
          </p:nvPr>
        </p:nvSpPr>
        <p:spPr>
          <a:xfrm>
            <a:off x="838200" y="1825625"/>
            <a:ext cx="10515600" cy="42093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7364B7EE-9F2E-E5A4-2075-F05D903578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Times New Roman" panose="02020603050405020304" pitchFamily="18" charset="0"/>
                <a:cs typeface="Times New Roman" panose="02020603050405020304" pitchFamily="18" charset="0"/>
              </a:defRPr>
            </a:lvl1pPr>
          </a:lstStyle>
          <a:p>
            <a:fld id="{A826A215-A5F0-48E6-BDB0-DB2528564D1C}" type="slidenum">
              <a:rPr lang="en-US" smtClean="0"/>
              <a:pPr/>
              <a:t>‹#›</a:t>
            </a:fld>
            <a:endParaRPr lang="en-US" dirty="0"/>
          </a:p>
        </p:txBody>
      </p:sp>
      <p:grpSp>
        <p:nvGrpSpPr>
          <p:cNvPr id="10" name="Group 9">
            <a:extLst>
              <a:ext uri="{FF2B5EF4-FFF2-40B4-BE49-F238E27FC236}">
                <a16:creationId xmlns:a16="http://schemas.microsoft.com/office/drawing/2014/main" id="{5F8A625D-7A58-7D55-58B6-02D1EB139197}"/>
              </a:ext>
            </a:extLst>
          </p:cNvPr>
          <p:cNvGrpSpPr/>
          <p:nvPr userDrawn="1"/>
        </p:nvGrpSpPr>
        <p:grpSpPr>
          <a:xfrm>
            <a:off x="900345" y="6176963"/>
            <a:ext cx="4461768" cy="544512"/>
            <a:chOff x="900345" y="6176963"/>
            <a:chExt cx="4461768" cy="544512"/>
          </a:xfrm>
        </p:grpSpPr>
        <p:sp>
          <p:nvSpPr>
            <p:cNvPr id="7" name="Text Box 15">
              <a:extLst>
                <a:ext uri="{FF2B5EF4-FFF2-40B4-BE49-F238E27FC236}">
                  <a16:creationId xmlns:a16="http://schemas.microsoft.com/office/drawing/2014/main" id="{B3A43B34-FF3A-1C43-166E-0884127A9C95}"/>
                </a:ext>
              </a:extLst>
            </p:cNvPr>
            <p:cNvSpPr txBox="1">
              <a:spLocks noChangeArrowheads="1"/>
            </p:cNvSpPr>
            <p:nvPr userDrawn="1"/>
          </p:nvSpPr>
          <p:spPr bwMode="auto">
            <a:xfrm>
              <a:off x="1686757" y="6302511"/>
              <a:ext cx="367535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57263" eaLnBrk="0" hangingPunct="0">
                <a:spcBef>
                  <a:spcPct val="20000"/>
                </a:spcBef>
                <a:buFont typeface="Arial" charset="0"/>
                <a:buChar char="•"/>
                <a:defRPr sz="3200">
                  <a:solidFill>
                    <a:schemeClr val="tx1"/>
                  </a:solidFill>
                  <a:latin typeface="Times New Roman" pitchFamily="18" charset="0"/>
                  <a:ea typeface="바탕" pitchFamily="18" charset="-127"/>
                </a:defRPr>
              </a:lvl1pPr>
              <a:lvl2pPr marL="742950" indent="-285750" defTabSz="957263" eaLnBrk="0" hangingPunct="0">
                <a:spcBef>
                  <a:spcPct val="20000"/>
                </a:spcBef>
                <a:buFont typeface="Arial" charset="0"/>
                <a:buChar char="–"/>
                <a:defRPr sz="2800">
                  <a:solidFill>
                    <a:schemeClr val="tx1"/>
                  </a:solidFill>
                  <a:latin typeface="Times New Roman" pitchFamily="18" charset="0"/>
                  <a:ea typeface="바탕" pitchFamily="18" charset="-127"/>
                </a:defRPr>
              </a:lvl2pPr>
              <a:lvl3pPr marL="1143000" indent="-228600" defTabSz="957263" eaLnBrk="0" hangingPunct="0">
                <a:spcBef>
                  <a:spcPct val="20000"/>
                </a:spcBef>
                <a:buFont typeface="Arial" charset="0"/>
                <a:buChar char="•"/>
                <a:defRPr sz="2400">
                  <a:solidFill>
                    <a:schemeClr val="tx1"/>
                  </a:solidFill>
                  <a:latin typeface="Times New Roman" pitchFamily="18" charset="0"/>
                  <a:ea typeface="바탕" pitchFamily="18" charset="-127"/>
                </a:defRPr>
              </a:lvl3pPr>
              <a:lvl4pPr marL="1600200" indent="-228600" defTabSz="957263" eaLnBrk="0" hangingPunct="0">
                <a:spcBef>
                  <a:spcPct val="20000"/>
                </a:spcBef>
                <a:buFont typeface="Arial" charset="0"/>
                <a:buChar char="–"/>
                <a:defRPr sz="2000">
                  <a:solidFill>
                    <a:schemeClr val="tx1"/>
                  </a:solidFill>
                  <a:latin typeface="Times New Roman" pitchFamily="18" charset="0"/>
                  <a:ea typeface="바탕" pitchFamily="18" charset="-127"/>
                </a:defRPr>
              </a:lvl4pPr>
              <a:lvl5pPr marL="2057400" indent="-228600" defTabSz="957263" eaLnBrk="0" hangingPunct="0">
                <a:spcBef>
                  <a:spcPct val="20000"/>
                </a:spcBef>
                <a:buFont typeface="Arial" charset="0"/>
                <a:buChar char="»"/>
                <a:defRPr sz="2000">
                  <a:solidFill>
                    <a:schemeClr val="tx1"/>
                  </a:solidFill>
                  <a:latin typeface="Times New Roman" pitchFamily="18" charset="0"/>
                  <a:ea typeface="바탕" pitchFamily="18" charset="-127"/>
                </a:defRPr>
              </a:lvl5pPr>
              <a:lvl6pPr marL="2514600" indent="-228600" defTabSz="957263" eaLnBrk="0" fontAlgn="base" hangingPunct="0">
                <a:spcBef>
                  <a:spcPct val="20000"/>
                </a:spcBef>
                <a:spcAft>
                  <a:spcPct val="0"/>
                </a:spcAft>
                <a:buFont typeface="Arial" charset="0"/>
                <a:buChar char="»"/>
                <a:defRPr sz="2000">
                  <a:solidFill>
                    <a:schemeClr val="tx1"/>
                  </a:solidFill>
                  <a:latin typeface="Times New Roman" pitchFamily="18" charset="0"/>
                  <a:ea typeface="바탕" pitchFamily="18" charset="-127"/>
                </a:defRPr>
              </a:lvl6pPr>
              <a:lvl7pPr marL="2971800" indent="-228600" defTabSz="957263" eaLnBrk="0" fontAlgn="base" hangingPunct="0">
                <a:spcBef>
                  <a:spcPct val="20000"/>
                </a:spcBef>
                <a:spcAft>
                  <a:spcPct val="0"/>
                </a:spcAft>
                <a:buFont typeface="Arial" charset="0"/>
                <a:buChar char="»"/>
                <a:defRPr sz="2000">
                  <a:solidFill>
                    <a:schemeClr val="tx1"/>
                  </a:solidFill>
                  <a:latin typeface="Times New Roman" pitchFamily="18" charset="0"/>
                  <a:ea typeface="바탕" pitchFamily="18" charset="-127"/>
                </a:defRPr>
              </a:lvl7pPr>
              <a:lvl8pPr marL="3429000" indent="-228600" defTabSz="957263" eaLnBrk="0" fontAlgn="base" hangingPunct="0">
                <a:spcBef>
                  <a:spcPct val="20000"/>
                </a:spcBef>
                <a:spcAft>
                  <a:spcPct val="0"/>
                </a:spcAft>
                <a:buFont typeface="Arial" charset="0"/>
                <a:buChar char="»"/>
                <a:defRPr sz="2000">
                  <a:solidFill>
                    <a:schemeClr val="tx1"/>
                  </a:solidFill>
                  <a:latin typeface="Times New Roman" pitchFamily="18" charset="0"/>
                  <a:ea typeface="바탕" pitchFamily="18" charset="-127"/>
                </a:defRPr>
              </a:lvl8pPr>
              <a:lvl9pPr marL="3886200" indent="-228600" defTabSz="957263" eaLnBrk="0" fontAlgn="base" hangingPunct="0">
                <a:spcBef>
                  <a:spcPct val="20000"/>
                </a:spcBef>
                <a:spcAft>
                  <a:spcPct val="0"/>
                </a:spcAft>
                <a:buFont typeface="Arial" charset="0"/>
                <a:buChar char="»"/>
                <a:defRPr sz="2000">
                  <a:solidFill>
                    <a:schemeClr val="tx1"/>
                  </a:solidFill>
                  <a:latin typeface="Times New Roman" pitchFamily="18" charset="0"/>
                  <a:ea typeface="바탕" pitchFamily="18" charset="-127"/>
                </a:defRPr>
              </a:lvl9pPr>
            </a:lstStyle>
            <a:p>
              <a:pPr algn="l" eaLnBrk="1" hangingPunct="1">
                <a:spcBef>
                  <a:spcPct val="0"/>
                </a:spcBef>
                <a:buFontTx/>
                <a:buNone/>
                <a:defRPr/>
              </a:pPr>
              <a:r>
                <a:rPr kumimoji="0" lang="en-US" altLang="ko-KR" sz="1200" b="1" i="1" dirty="0">
                  <a:solidFill>
                    <a:srgbClr val="000000"/>
                  </a:solidFill>
                  <a:latin typeface="Times" panose="02020603050405020304" pitchFamily="18" charset="0"/>
                  <a:ea typeface="맑은 고딕" pitchFamily="50" charset="-127"/>
                  <a:cs typeface="Times" panose="02020603050405020304" pitchFamily="18" charset="0"/>
                </a:rPr>
                <a:t>Sumika Electronic Materials Vietnam</a:t>
              </a:r>
              <a:endParaRPr kumimoji="0" lang="ko-KR" altLang="en-US" sz="1200" b="1" i="1" dirty="0">
                <a:solidFill>
                  <a:srgbClr val="000000"/>
                </a:solidFill>
                <a:latin typeface="Times" panose="02020603050405020304" pitchFamily="18" charset="0"/>
                <a:ea typeface="맑은 고딕" pitchFamily="50" charset="-127"/>
                <a:cs typeface="Times" panose="02020603050405020304" pitchFamily="18" charset="0"/>
              </a:endParaRPr>
            </a:p>
          </p:txBody>
        </p:sp>
        <p:pic>
          <p:nvPicPr>
            <p:cNvPr id="8" name="Picture 2" descr="cid:image004.png@01D337CD.7DE158A0">
              <a:extLst>
                <a:ext uri="{FF2B5EF4-FFF2-40B4-BE49-F238E27FC236}">
                  <a16:creationId xmlns:a16="http://schemas.microsoft.com/office/drawing/2014/main" id="{83B465CD-03D7-3D89-6500-B72480670741}"/>
                </a:ext>
              </a:extLst>
            </p:cNvPr>
            <p:cNvPicPr>
              <a:picLocks noChangeAspect="1" noChangeArrowheads="1"/>
            </p:cNvPicPr>
            <p:nvPr userDrawn="1"/>
          </p:nvPicPr>
          <p:blipFill rotWithShape="1">
            <a:blip r:embed="rId13" cstate="print">
              <a:extLst>
                <a:ext uri="{28A0092B-C50C-407E-A947-70E740481C1C}">
                  <a14:useLocalDpi xmlns:a14="http://schemas.microsoft.com/office/drawing/2010/main" val="0"/>
                </a:ext>
              </a:extLst>
            </a:blip>
            <a:srcRect t="13388" r="66494" b="11109"/>
            <a:stretch/>
          </p:blipFill>
          <p:spPr bwMode="auto">
            <a:xfrm>
              <a:off x="900345" y="6176963"/>
              <a:ext cx="786412"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2" name="Straight Connector 11">
            <a:extLst>
              <a:ext uri="{FF2B5EF4-FFF2-40B4-BE49-F238E27FC236}">
                <a16:creationId xmlns:a16="http://schemas.microsoft.com/office/drawing/2014/main" id="{5E280545-F28C-6631-13D5-7D12EF5B5F51}"/>
              </a:ext>
            </a:extLst>
          </p:cNvPr>
          <p:cNvCxnSpPr/>
          <p:nvPr userDrawn="1"/>
        </p:nvCxnSpPr>
        <p:spPr>
          <a:xfrm>
            <a:off x="838200" y="6176963"/>
            <a:ext cx="10515600" cy="0"/>
          </a:xfrm>
          <a:prstGeom prst="line">
            <a:avLst/>
          </a:prstGeom>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929940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indent="0" algn="l" defTabSz="914400" rtl="0" eaLnBrk="1" latinLnBrk="0" hangingPunct="1">
        <a:lnSpc>
          <a:spcPct val="90000"/>
        </a:lnSpc>
        <a:spcBef>
          <a:spcPct val="0"/>
        </a:spcBef>
        <a:buFont typeface="Wingdings" panose="05000000000000000000" pitchFamily="2" charset="2"/>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jp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5.jpg"/><Relationship Id="rId7" Type="http://schemas.openxmlformats.org/officeDocument/2006/relationships/diagramColors" Target="../diagrams/colors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5.jpg"/><Relationship Id="rId7" Type="http://schemas.openxmlformats.org/officeDocument/2006/relationships/diagramColors" Target="../diagrams/colors5.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gw.dw-semv.vn/"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B0962-ADBF-98FA-1B20-D7A4426F5E68}"/>
              </a:ext>
            </a:extLst>
          </p:cNvPr>
          <p:cNvSpPr>
            <a:spLocks noGrp="1"/>
          </p:cNvSpPr>
          <p:nvPr>
            <p:ph type="ctrTitle"/>
          </p:nvPr>
        </p:nvSpPr>
        <p:spPr>
          <a:xfrm>
            <a:off x="1524000" y="1293812"/>
            <a:ext cx="9601200" cy="2516187"/>
          </a:xfrm>
        </p:spPr>
        <p:txBody>
          <a:bodyPr/>
          <a:lstStyle/>
          <a:p>
            <a:pPr marL="0" indent="0">
              <a:lnSpc>
                <a:spcPct val="150000"/>
              </a:lnSpc>
              <a:buNone/>
            </a:pPr>
            <a:r>
              <a:rPr lang="vi-VN" sz="4800" dirty="0">
                <a:ln w="0">
                  <a:solidFill>
                    <a:srgbClr val="002060"/>
                  </a:solidFill>
                </a:ln>
                <a:effectLst>
                  <a:outerShdw blurRad="38100" dist="19050" dir="2700000" algn="tl" rotWithShape="0">
                    <a:schemeClr val="dk1">
                      <a:alpha val="40000"/>
                    </a:schemeClr>
                  </a:outerShdw>
                </a:effectLst>
              </a:rPr>
              <a:t>GIỚI THIỆU HỆ THỐNG </a:t>
            </a:r>
            <a:br>
              <a:rPr lang="vi-VN" dirty="0"/>
            </a:br>
            <a:r>
              <a:rPr lang="vi-VN" sz="2800" b="1" dirty="0">
                <a:solidFill>
                  <a:srgbClr val="0070C0"/>
                </a:solidFill>
              </a:rPr>
              <a:t>SEMV SỬ DỤNG</a:t>
            </a:r>
            <a:endParaRPr lang="en-US" b="1" dirty="0">
              <a:solidFill>
                <a:srgbClr val="0070C0"/>
              </a:solidFill>
            </a:endParaRPr>
          </a:p>
        </p:txBody>
      </p:sp>
      <p:sp>
        <p:nvSpPr>
          <p:cNvPr id="3" name="Minus Sign 2">
            <a:extLst>
              <a:ext uri="{FF2B5EF4-FFF2-40B4-BE49-F238E27FC236}">
                <a16:creationId xmlns:a16="http://schemas.microsoft.com/office/drawing/2014/main" id="{F11E12FB-9DFF-5FBA-AAA1-51DF9C71EE19}"/>
              </a:ext>
            </a:extLst>
          </p:cNvPr>
          <p:cNvSpPr/>
          <p:nvPr/>
        </p:nvSpPr>
        <p:spPr>
          <a:xfrm>
            <a:off x="5000134" y="3780148"/>
            <a:ext cx="2648932" cy="113122"/>
          </a:xfrm>
          <a:prstGeom prst="mathMinu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39CC685-1165-7945-CD4E-6DD0BBAA95F8}"/>
              </a:ext>
            </a:extLst>
          </p:cNvPr>
          <p:cNvSpPr txBox="1"/>
          <p:nvPr/>
        </p:nvSpPr>
        <p:spPr>
          <a:xfrm>
            <a:off x="9829800" y="5564188"/>
            <a:ext cx="1533525" cy="646331"/>
          </a:xfrm>
          <a:prstGeom prst="rect">
            <a:avLst/>
          </a:prstGeom>
          <a:noFill/>
        </p:spPr>
        <p:txBody>
          <a:bodyPr wrap="square" rtlCol="0">
            <a:spAutoFit/>
          </a:bodyPr>
          <a:lstStyle/>
          <a:p>
            <a:pPr algn="r"/>
            <a:r>
              <a:rPr lang="vi-VN" sz="2000" b="1" i="1" dirty="0">
                <a:solidFill>
                  <a:srgbClr val="00B0F0"/>
                </a:solidFill>
                <a:latin typeface="Times New Roman" panose="02020603050405020304" pitchFamily="18" charset="0"/>
                <a:cs typeface="Times New Roman" panose="02020603050405020304" pitchFamily="18" charset="0"/>
              </a:rPr>
              <a:t>IT Part</a:t>
            </a:r>
          </a:p>
          <a:p>
            <a:pPr algn="r"/>
            <a:r>
              <a:rPr lang="vi-VN" sz="1600" dirty="0">
                <a:latin typeface="Times New Roman" panose="02020603050405020304" pitchFamily="18" charset="0"/>
                <a:cs typeface="Times New Roman" panose="02020603050405020304" pitchFamily="18" charset="0"/>
              </a:rPr>
              <a:t>10/2024</a:t>
            </a:r>
            <a:endParaRPr lang="en-US" sz="14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1C79D82-CD45-7C28-1BF1-4FFB2F2BB582}"/>
              </a:ext>
            </a:extLst>
          </p:cNvPr>
          <p:cNvSpPr>
            <a:spLocks noGrp="1"/>
          </p:cNvSpPr>
          <p:nvPr>
            <p:ph type="sldNum" sz="quarter" idx="12"/>
          </p:nvPr>
        </p:nvSpPr>
        <p:spPr/>
        <p:txBody>
          <a:bodyPr/>
          <a:lstStyle/>
          <a:p>
            <a:fld id="{A826A215-A5F0-48E6-BDB0-DB2528564D1C}" type="slidenum">
              <a:rPr lang="en-US" smtClean="0"/>
              <a:t>1</a:t>
            </a:fld>
            <a:endParaRPr lang="en-US"/>
          </a:p>
        </p:txBody>
      </p:sp>
    </p:spTree>
    <p:extLst>
      <p:ext uri="{BB962C8B-B14F-4D97-AF65-F5344CB8AC3E}">
        <p14:creationId xmlns:p14="http://schemas.microsoft.com/office/powerpoint/2010/main" val="212394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580">
                                          <p:stCondLst>
                                            <p:cond delay="0"/>
                                          </p:stCondLst>
                                        </p:cTn>
                                        <p:tgtEl>
                                          <p:spTgt spid="4"/>
                                        </p:tgtEl>
                                      </p:cBhvr>
                                    </p:animEffect>
                                    <p:anim calcmode="lin" valueType="num">
                                      <p:cBhvr>
                                        <p:cTn id="15"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20" dur="26">
                                          <p:stCondLst>
                                            <p:cond delay="650"/>
                                          </p:stCondLst>
                                        </p:cTn>
                                        <p:tgtEl>
                                          <p:spTgt spid="4"/>
                                        </p:tgtEl>
                                      </p:cBhvr>
                                      <p:to x="100000" y="60000"/>
                                    </p:animScale>
                                    <p:animScale>
                                      <p:cBhvr>
                                        <p:cTn id="21" dur="166" decel="50000">
                                          <p:stCondLst>
                                            <p:cond delay="676"/>
                                          </p:stCondLst>
                                        </p:cTn>
                                        <p:tgtEl>
                                          <p:spTgt spid="4"/>
                                        </p:tgtEl>
                                      </p:cBhvr>
                                      <p:to x="100000" y="100000"/>
                                    </p:animScale>
                                    <p:animScale>
                                      <p:cBhvr>
                                        <p:cTn id="22" dur="26">
                                          <p:stCondLst>
                                            <p:cond delay="1312"/>
                                          </p:stCondLst>
                                        </p:cTn>
                                        <p:tgtEl>
                                          <p:spTgt spid="4"/>
                                        </p:tgtEl>
                                      </p:cBhvr>
                                      <p:to x="100000" y="80000"/>
                                    </p:animScale>
                                    <p:animScale>
                                      <p:cBhvr>
                                        <p:cTn id="23" dur="166" decel="50000">
                                          <p:stCondLst>
                                            <p:cond delay="1338"/>
                                          </p:stCondLst>
                                        </p:cTn>
                                        <p:tgtEl>
                                          <p:spTgt spid="4"/>
                                        </p:tgtEl>
                                      </p:cBhvr>
                                      <p:to x="100000" y="100000"/>
                                    </p:animScale>
                                    <p:animScale>
                                      <p:cBhvr>
                                        <p:cTn id="24" dur="26">
                                          <p:stCondLst>
                                            <p:cond delay="1642"/>
                                          </p:stCondLst>
                                        </p:cTn>
                                        <p:tgtEl>
                                          <p:spTgt spid="4"/>
                                        </p:tgtEl>
                                      </p:cBhvr>
                                      <p:to x="100000" y="90000"/>
                                    </p:animScale>
                                    <p:animScale>
                                      <p:cBhvr>
                                        <p:cTn id="25" dur="166" decel="50000">
                                          <p:stCondLst>
                                            <p:cond delay="1668"/>
                                          </p:stCondLst>
                                        </p:cTn>
                                        <p:tgtEl>
                                          <p:spTgt spid="4"/>
                                        </p:tgtEl>
                                      </p:cBhvr>
                                      <p:to x="100000" y="100000"/>
                                    </p:animScale>
                                    <p:animScale>
                                      <p:cBhvr>
                                        <p:cTn id="26" dur="26">
                                          <p:stCondLst>
                                            <p:cond delay="1808"/>
                                          </p:stCondLst>
                                        </p:cTn>
                                        <p:tgtEl>
                                          <p:spTgt spid="4"/>
                                        </p:tgtEl>
                                      </p:cBhvr>
                                      <p:to x="100000" y="95000"/>
                                    </p:animScale>
                                    <p:animScale>
                                      <p:cBhvr>
                                        <p:cTn id="27"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D366D7C-A05F-4C9D-FD74-B6163987EBF5}"/>
              </a:ext>
            </a:extLst>
          </p:cNvPr>
          <p:cNvSpPr txBox="1">
            <a:spLocks/>
          </p:cNvSpPr>
          <p:nvPr/>
        </p:nvSpPr>
        <p:spPr>
          <a:xfrm>
            <a:off x="838200" y="257175"/>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r>
              <a:rPr lang="vi-VN" b="1" spc="50" dirty="0">
                <a:ln w="0"/>
                <a:solidFill>
                  <a:schemeClr val="accent1">
                    <a:lumMod val="75000"/>
                  </a:schemeClr>
                </a:solidFill>
                <a:effectLst>
                  <a:innerShdw blurRad="63500" dist="50800" dir="13500000">
                    <a:srgbClr val="000000">
                      <a:alpha val="50000"/>
                    </a:srgbClr>
                  </a:innerShdw>
                </a:effectLst>
              </a:rPr>
              <a:t>HỆ THỐNG CHÍNH </a:t>
            </a:r>
            <a:endParaRPr lang="en-US" b="1" spc="50" dirty="0">
              <a:ln w="0"/>
              <a:solidFill>
                <a:schemeClr val="accent1">
                  <a:lumMod val="75000"/>
                </a:schemeClr>
              </a:solidFill>
              <a:effectLst>
                <a:innerShdw blurRad="63500" dist="50800" dir="13500000">
                  <a:srgbClr val="000000">
                    <a:alpha val="50000"/>
                  </a:srgbClr>
                </a:innerShdw>
              </a:effectLst>
            </a:endParaRPr>
          </a:p>
        </p:txBody>
      </p:sp>
      <p:sp>
        <p:nvSpPr>
          <p:cNvPr id="6" name="Partial Circle 5">
            <a:extLst>
              <a:ext uri="{FF2B5EF4-FFF2-40B4-BE49-F238E27FC236}">
                <a16:creationId xmlns:a16="http://schemas.microsoft.com/office/drawing/2014/main" id="{57B961E3-5240-DF6C-E874-A08016F23600}"/>
              </a:ext>
            </a:extLst>
          </p:cNvPr>
          <p:cNvSpPr/>
          <p:nvPr/>
        </p:nvSpPr>
        <p:spPr>
          <a:xfrm rot="3339613">
            <a:off x="4206275" y="1860406"/>
            <a:ext cx="3805772" cy="2935037"/>
          </a:xfrm>
          <a:prstGeom prst="pie">
            <a:avLst/>
          </a:prstGeom>
          <a:solidFill>
            <a:schemeClr val="accent4">
              <a:lumMod val="40000"/>
              <a:lumOff val="60000"/>
            </a:schemeClr>
          </a:solidFill>
          <a:ln>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6000" dirty="0">
              <a:solidFill>
                <a:schemeClr val="bg1"/>
              </a:solidFill>
              <a:latin typeface="+mj-lt"/>
            </a:endParaRPr>
          </a:p>
          <a:p>
            <a:pPr algn="ctr"/>
            <a:r>
              <a:rPr lang="vi-VN" sz="6000" dirty="0">
                <a:solidFill>
                  <a:schemeClr val="bg1"/>
                </a:solidFill>
                <a:latin typeface="+mj-lt"/>
              </a:rPr>
              <a:t>MES</a:t>
            </a:r>
            <a:endParaRPr lang="en-US" sz="6000" dirty="0">
              <a:solidFill>
                <a:schemeClr val="bg1"/>
              </a:solidFill>
              <a:latin typeface="+mj-lt"/>
            </a:endParaRPr>
          </a:p>
        </p:txBody>
      </p:sp>
      <p:sp>
        <p:nvSpPr>
          <p:cNvPr id="7" name="Partial Circle 6">
            <a:extLst>
              <a:ext uri="{FF2B5EF4-FFF2-40B4-BE49-F238E27FC236}">
                <a16:creationId xmlns:a16="http://schemas.microsoft.com/office/drawing/2014/main" id="{FE4C6114-E49D-5857-BC89-7D9F39F8F341}"/>
              </a:ext>
            </a:extLst>
          </p:cNvPr>
          <p:cNvSpPr/>
          <p:nvPr/>
        </p:nvSpPr>
        <p:spPr>
          <a:xfrm rot="3339613">
            <a:off x="817681" y="1713641"/>
            <a:ext cx="3705917" cy="3003256"/>
          </a:xfrm>
          <a:prstGeom prst="pie">
            <a:avLst/>
          </a:prstGeom>
          <a:solidFill>
            <a:srgbClr val="0070C0"/>
          </a:solidFill>
          <a:ln>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6000" dirty="0">
              <a:solidFill>
                <a:schemeClr val="bg1"/>
              </a:solidFill>
              <a:latin typeface="+mj-lt"/>
            </a:endParaRPr>
          </a:p>
          <a:p>
            <a:pPr algn="ctr"/>
            <a:r>
              <a:rPr lang="vi-VN" sz="6000" dirty="0">
                <a:solidFill>
                  <a:schemeClr val="bg1"/>
                </a:solidFill>
                <a:latin typeface="+mj-lt"/>
              </a:rPr>
              <a:t>SAP</a:t>
            </a:r>
            <a:endParaRPr lang="en-US" sz="6000" dirty="0">
              <a:solidFill>
                <a:schemeClr val="bg1"/>
              </a:solidFill>
              <a:latin typeface="+mj-lt"/>
            </a:endParaRPr>
          </a:p>
        </p:txBody>
      </p:sp>
      <p:sp>
        <p:nvSpPr>
          <p:cNvPr id="8" name="Partial Circle 7">
            <a:extLst>
              <a:ext uri="{FF2B5EF4-FFF2-40B4-BE49-F238E27FC236}">
                <a16:creationId xmlns:a16="http://schemas.microsoft.com/office/drawing/2014/main" id="{20D566AA-7601-5854-BED4-C594E9827E26}"/>
              </a:ext>
            </a:extLst>
          </p:cNvPr>
          <p:cNvSpPr/>
          <p:nvPr/>
        </p:nvSpPr>
        <p:spPr>
          <a:xfrm rot="3339613">
            <a:off x="7445702" y="2102200"/>
            <a:ext cx="4030990" cy="2622902"/>
          </a:xfrm>
          <a:prstGeom prst="pie">
            <a:avLst/>
          </a:prstGeom>
          <a:solidFill>
            <a:schemeClr val="accent6">
              <a:lumMod val="60000"/>
              <a:lumOff val="40000"/>
            </a:schemeClr>
          </a:solidFill>
          <a:ln>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400" dirty="0">
              <a:solidFill>
                <a:schemeClr val="bg1"/>
              </a:solidFill>
              <a:latin typeface="+mj-lt"/>
            </a:endParaRPr>
          </a:p>
          <a:p>
            <a:pPr algn="ctr"/>
            <a:endParaRPr lang="vi-VN" sz="2400" dirty="0">
              <a:solidFill>
                <a:schemeClr val="bg1"/>
              </a:solidFill>
              <a:latin typeface="+mj-lt"/>
            </a:endParaRPr>
          </a:p>
          <a:p>
            <a:pPr algn="ctr"/>
            <a:endParaRPr lang="vi-VN" sz="2400" dirty="0">
              <a:solidFill>
                <a:schemeClr val="bg1"/>
              </a:solidFill>
              <a:latin typeface="+mj-lt"/>
            </a:endParaRPr>
          </a:p>
          <a:p>
            <a:pPr algn="ctr"/>
            <a:r>
              <a:rPr lang="vi-VN" sz="2800" dirty="0">
                <a:solidFill>
                  <a:schemeClr val="bg1"/>
                </a:solidFill>
                <a:latin typeface="+mj-lt"/>
              </a:rPr>
              <a:t>GROUPWARE</a:t>
            </a:r>
          </a:p>
        </p:txBody>
      </p:sp>
      <p:sp>
        <p:nvSpPr>
          <p:cNvPr id="2" name="Slide Number Placeholder 1">
            <a:extLst>
              <a:ext uri="{FF2B5EF4-FFF2-40B4-BE49-F238E27FC236}">
                <a16:creationId xmlns:a16="http://schemas.microsoft.com/office/drawing/2014/main" id="{E8141DB9-4578-C9F4-C1D2-F6860B9753BD}"/>
              </a:ext>
            </a:extLst>
          </p:cNvPr>
          <p:cNvSpPr>
            <a:spLocks noGrp="1"/>
          </p:cNvSpPr>
          <p:nvPr>
            <p:ph type="sldNum" sz="quarter" idx="12"/>
          </p:nvPr>
        </p:nvSpPr>
        <p:spPr/>
        <p:txBody>
          <a:bodyPr/>
          <a:lstStyle/>
          <a:p>
            <a:fld id="{A826A215-A5F0-48E6-BDB0-DB2528564D1C}" type="slidenum">
              <a:rPr lang="en-US" smtClean="0"/>
              <a:t>2</a:t>
            </a:fld>
            <a:endParaRPr lang="en-US"/>
          </a:p>
        </p:txBody>
      </p:sp>
    </p:spTree>
    <p:extLst>
      <p:ext uri="{BB962C8B-B14F-4D97-AF65-F5344CB8AC3E}">
        <p14:creationId xmlns:p14="http://schemas.microsoft.com/office/powerpoint/2010/main" val="2671498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additive="base">
                                        <p:cTn id="10" dur="500" fill="hold"/>
                                        <p:tgtEl>
                                          <p:spTgt spid="7"/>
                                        </p:tgtEl>
                                        <p:attrNameLst>
                                          <p:attrName>ppt_x</p:attrName>
                                        </p:attrNameLst>
                                      </p:cBhvr>
                                      <p:tavLst>
                                        <p:tav tm="0">
                                          <p:val>
                                            <p:strVal val="#ppt_x"/>
                                          </p:val>
                                        </p:tav>
                                        <p:tav tm="100000">
                                          <p:val>
                                            <p:strVal val="#ppt_x"/>
                                          </p:val>
                                        </p:tav>
                                      </p:tavLst>
                                    </p:anim>
                                    <p:anim calcmode="lin" valueType="num">
                                      <p:cBhvr additive="base">
                                        <p:cTn id="11" dur="500" fill="hold"/>
                                        <p:tgtEl>
                                          <p:spTgt spid="7"/>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D366D7C-A05F-4C9D-FD74-B6163987EBF5}"/>
              </a:ext>
            </a:extLst>
          </p:cNvPr>
          <p:cNvSpPr txBox="1">
            <a:spLocks/>
          </p:cNvSpPr>
          <p:nvPr/>
        </p:nvSpPr>
        <p:spPr>
          <a:xfrm>
            <a:off x="838200" y="257175"/>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r>
              <a:rPr lang="vi-VN" b="1" spc="50" dirty="0">
                <a:ln w="0"/>
                <a:solidFill>
                  <a:schemeClr val="accent1">
                    <a:lumMod val="75000"/>
                  </a:schemeClr>
                </a:solidFill>
                <a:effectLst>
                  <a:innerShdw blurRad="63500" dist="50800" dir="13500000">
                    <a:srgbClr val="000000">
                      <a:alpha val="50000"/>
                    </a:srgbClr>
                  </a:innerShdw>
                </a:effectLst>
              </a:rPr>
              <a:t>HỆ THỐNG CHÍNH </a:t>
            </a:r>
            <a:endParaRPr lang="en-US" b="1" spc="50" dirty="0">
              <a:ln w="0"/>
              <a:solidFill>
                <a:schemeClr val="accent1">
                  <a:lumMod val="75000"/>
                </a:schemeClr>
              </a:solidFill>
              <a:effectLst>
                <a:innerShdw blurRad="63500" dist="50800" dir="13500000">
                  <a:srgbClr val="000000">
                    <a:alpha val="50000"/>
                  </a:srgbClr>
                </a:innerShdw>
              </a:effectLst>
            </a:endParaRPr>
          </a:p>
        </p:txBody>
      </p:sp>
      <p:sp>
        <p:nvSpPr>
          <p:cNvPr id="14" name="Rectangle: Rounded Corners 13">
            <a:extLst>
              <a:ext uri="{FF2B5EF4-FFF2-40B4-BE49-F238E27FC236}">
                <a16:creationId xmlns:a16="http://schemas.microsoft.com/office/drawing/2014/main" id="{2FD9AEEA-FA31-392D-434D-D758FC295762}"/>
              </a:ext>
            </a:extLst>
          </p:cNvPr>
          <p:cNvSpPr/>
          <p:nvPr/>
        </p:nvSpPr>
        <p:spPr>
          <a:xfrm rot="2106048">
            <a:off x="1372869" y="1477350"/>
            <a:ext cx="1142530" cy="1160502"/>
          </a:xfrm>
          <a:prstGeom prst="roundRect">
            <a:avLst>
              <a:gd name="adj" fmla="val 50000"/>
            </a:avLst>
          </a:prstGeom>
          <a:ln>
            <a:prstDash val="dashDot"/>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1">
            <a:spAutoFit/>
          </a:bodyPr>
          <a:lstStyle/>
          <a:p>
            <a:pPr algn="just"/>
            <a:r>
              <a:rPr lang="vi-VN" sz="2400" dirty="0">
                <a:effectLst/>
                <a:latin typeface="+mj-lt"/>
                <a:ea typeface="Malgun Gothic" panose="020B0503020000020004" pitchFamily="34" charset="-127"/>
                <a:cs typeface="Times New Roman" panose="02020603050405020304" pitchFamily="18" charset="0"/>
              </a:rPr>
              <a:t>Khái niệm</a:t>
            </a:r>
            <a:endParaRPr lang="en-US" sz="2400" dirty="0">
              <a:latin typeface="+mj-lt"/>
            </a:endParaRPr>
          </a:p>
        </p:txBody>
      </p:sp>
      <p:pic>
        <p:nvPicPr>
          <p:cNvPr id="24" name="Picture 23" descr="A group of people standing on ladders and a large question mark&#10;&#10;Description automatically generated">
            <a:extLst>
              <a:ext uri="{FF2B5EF4-FFF2-40B4-BE49-F238E27FC236}">
                <a16:creationId xmlns:a16="http://schemas.microsoft.com/office/drawing/2014/main" id="{F4138DC4-7BE9-F428-4AFE-6FA198E85A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09" y="2438623"/>
            <a:ext cx="6205616" cy="3818841"/>
          </a:xfrm>
          <a:prstGeom prst="rect">
            <a:avLst/>
          </a:prstGeom>
          <a:ln>
            <a:noFill/>
          </a:ln>
          <a:effectLst>
            <a:softEdge rad="112500"/>
          </a:effectLst>
        </p:spPr>
      </p:pic>
      <p:sp>
        <p:nvSpPr>
          <p:cNvPr id="28" name="Rectangle: Rounded Corners 27">
            <a:extLst>
              <a:ext uri="{FF2B5EF4-FFF2-40B4-BE49-F238E27FC236}">
                <a16:creationId xmlns:a16="http://schemas.microsoft.com/office/drawing/2014/main" id="{7A0CAC39-0316-2ED3-0244-A8A5263744EC}"/>
              </a:ext>
            </a:extLst>
          </p:cNvPr>
          <p:cNvSpPr/>
          <p:nvPr/>
        </p:nvSpPr>
        <p:spPr>
          <a:xfrm rot="2106048">
            <a:off x="4302433" y="904333"/>
            <a:ext cx="1142530" cy="1160502"/>
          </a:xfrm>
          <a:prstGeom prst="roundRect">
            <a:avLst>
              <a:gd name="adj" fmla="val 50000"/>
            </a:avLst>
          </a:prstGeom>
          <a:ln>
            <a:prstDash val="dashDot"/>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1">
            <a:spAutoFit/>
          </a:bodyPr>
          <a:lstStyle/>
          <a:p>
            <a:pPr algn="ctr"/>
            <a:r>
              <a:rPr lang="vi-VN" sz="2400" dirty="0">
                <a:latin typeface="+mj-lt"/>
              </a:rPr>
              <a:t>Mục đích </a:t>
            </a:r>
            <a:endParaRPr lang="en-US" sz="2400" dirty="0">
              <a:latin typeface="+mj-lt"/>
            </a:endParaRPr>
          </a:p>
        </p:txBody>
      </p:sp>
      <p:sp>
        <p:nvSpPr>
          <p:cNvPr id="30" name="Rectangle: Rounded Corners 29">
            <a:extLst>
              <a:ext uri="{FF2B5EF4-FFF2-40B4-BE49-F238E27FC236}">
                <a16:creationId xmlns:a16="http://schemas.microsoft.com/office/drawing/2014/main" id="{7882C4D1-516D-52E3-B7BD-878A8E692FFE}"/>
              </a:ext>
            </a:extLst>
          </p:cNvPr>
          <p:cNvSpPr/>
          <p:nvPr/>
        </p:nvSpPr>
        <p:spPr>
          <a:xfrm rot="2106048">
            <a:off x="8319408" y="4585483"/>
            <a:ext cx="1195427" cy="1168539"/>
          </a:xfrm>
          <a:prstGeom prst="roundRect">
            <a:avLst>
              <a:gd name="adj" fmla="val 50000"/>
            </a:avLst>
          </a:prstGeom>
          <a:ln>
            <a:prstDash val="dashDot"/>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1">
            <a:spAutoFit/>
          </a:bodyPr>
          <a:lstStyle/>
          <a:p>
            <a:pPr algn="ctr"/>
            <a:r>
              <a:rPr lang="vi-VN" sz="2400" dirty="0">
                <a:effectLst/>
                <a:latin typeface="+mj-lt"/>
                <a:ea typeface="Malgun Gothic" panose="020B0503020000020004" pitchFamily="34" charset="-127"/>
                <a:cs typeface="Times New Roman" panose="02020603050405020304" pitchFamily="18" charset="0"/>
              </a:rPr>
              <a:t>Sử dụng</a:t>
            </a:r>
            <a:endParaRPr lang="en-US" sz="2400" dirty="0">
              <a:latin typeface="+mj-lt"/>
            </a:endParaRPr>
          </a:p>
        </p:txBody>
      </p:sp>
      <p:sp>
        <p:nvSpPr>
          <p:cNvPr id="32" name="Rectangle: Rounded Corners 31">
            <a:extLst>
              <a:ext uri="{FF2B5EF4-FFF2-40B4-BE49-F238E27FC236}">
                <a16:creationId xmlns:a16="http://schemas.microsoft.com/office/drawing/2014/main" id="{0A94D2B3-8BBF-9EC6-86D1-774CF674EEAF}"/>
              </a:ext>
            </a:extLst>
          </p:cNvPr>
          <p:cNvSpPr/>
          <p:nvPr/>
        </p:nvSpPr>
        <p:spPr>
          <a:xfrm rot="2106048">
            <a:off x="7045080" y="1950821"/>
            <a:ext cx="1213868" cy="1242128"/>
          </a:xfrm>
          <a:prstGeom prst="roundRect">
            <a:avLst>
              <a:gd name="adj" fmla="val 50000"/>
            </a:avLst>
          </a:prstGeom>
          <a:ln>
            <a:prstDash val="dashDot"/>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1">
            <a:noAutofit/>
          </a:bodyPr>
          <a:lstStyle/>
          <a:p>
            <a:pPr algn="ctr"/>
            <a:r>
              <a:rPr lang="vi-VN" sz="2400" dirty="0">
                <a:latin typeface="+mj-lt"/>
              </a:rPr>
              <a:t>Chức năng</a:t>
            </a:r>
            <a:endParaRPr lang="en-US" sz="2400" dirty="0">
              <a:latin typeface="+mj-lt"/>
            </a:endParaRPr>
          </a:p>
        </p:txBody>
      </p:sp>
      <p:sp>
        <p:nvSpPr>
          <p:cNvPr id="2" name="Slide Number Placeholder 1">
            <a:extLst>
              <a:ext uri="{FF2B5EF4-FFF2-40B4-BE49-F238E27FC236}">
                <a16:creationId xmlns:a16="http://schemas.microsoft.com/office/drawing/2014/main" id="{744D6A5D-B8B8-E09F-6FBA-D9821949E0C4}"/>
              </a:ext>
            </a:extLst>
          </p:cNvPr>
          <p:cNvSpPr>
            <a:spLocks noGrp="1"/>
          </p:cNvSpPr>
          <p:nvPr>
            <p:ph type="sldNum" sz="quarter" idx="12"/>
          </p:nvPr>
        </p:nvSpPr>
        <p:spPr/>
        <p:txBody>
          <a:bodyPr/>
          <a:lstStyle/>
          <a:p>
            <a:fld id="{A826A215-A5F0-48E6-BDB0-DB2528564D1C}" type="slidenum">
              <a:rPr lang="en-US" smtClean="0"/>
              <a:t>3</a:t>
            </a:fld>
            <a:endParaRPr lang="en-US"/>
          </a:p>
        </p:txBody>
      </p:sp>
    </p:spTree>
    <p:extLst>
      <p:ext uri="{BB962C8B-B14F-4D97-AF65-F5344CB8AC3E}">
        <p14:creationId xmlns:p14="http://schemas.microsoft.com/office/powerpoint/2010/main" val="72019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45"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000"/>
                                        <p:tgtEl>
                                          <p:spTgt spid="24"/>
                                        </p:tgtEl>
                                      </p:cBhvr>
                                    </p:animEffect>
                                    <p:anim calcmode="lin" valueType="num">
                                      <p:cBhvr>
                                        <p:cTn id="11" dur="2000" fill="hold"/>
                                        <p:tgtEl>
                                          <p:spTgt spid="24"/>
                                        </p:tgtEl>
                                        <p:attrNameLst>
                                          <p:attrName>ppt_w</p:attrName>
                                        </p:attrNameLst>
                                      </p:cBhvr>
                                      <p:tavLst>
                                        <p:tav tm="0" fmla="#ppt_w*sin(2.5*pi*$)">
                                          <p:val>
                                            <p:fltVal val="0"/>
                                          </p:val>
                                        </p:tav>
                                        <p:tav tm="100000">
                                          <p:val>
                                            <p:fltVal val="1"/>
                                          </p:val>
                                        </p:tav>
                                      </p:tavLst>
                                    </p:anim>
                                    <p:anim calcmode="lin" valueType="num">
                                      <p:cBhvr>
                                        <p:cTn id="12" dur="2000" fill="hold"/>
                                        <p:tgtEl>
                                          <p:spTgt spid="24"/>
                                        </p:tgtEl>
                                        <p:attrNameLst>
                                          <p:attrName>ppt_h</p:attrName>
                                        </p:attrNameLst>
                                      </p:cBhvr>
                                      <p:tavLst>
                                        <p:tav tm="0">
                                          <p:val>
                                            <p:strVal val="#ppt_h"/>
                                          </p:val>
                                        </p:tav>
                                        <p:tav tm="100000">
                                          <p:val>
                                            <p:strVal val="#ppt_h"/>
                                          </p:val>
                                        </p:tav>
                                      </p:tavLst>
                                    </p:anim>
                                  </p:childTnLst>
                                </p:cTn>
                              </p:par>
                              <p:par>
                                <p:cTn id="13" presetID="26"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down)">
                                      <p:cBhvr>
                                        <p:cTn id="15" dur="580">
                                          <p:stCondLst>
                                            <p:cond delay="0"/>
                                          </p:stCondLst>
                                        </p:cTn>
                                        <p:tgtEl>
                                          <p:spTgt spid="14"/>
                                        </p:tgtEl>
                                      </p:cBhvr>
                                    </p:animEffect>
                                    <p:anim calcmode="lin" valueType="num">
                                      <p:cBhvr>
                                        <p:cTn id="16"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21" dur="26">
                                          <p:stCondLst>
                                            <p:cond delay="650"/>
                                          </p:stCondLst>
                                        </p:cTn>
                                        <p:tgtEl>
                                          <p:spTgt spid="14"/>
                                        </p:tgtEl>
                                      </p:cBhvr>
                                      <p:to x="100000" y="60000"/>
                                    </p:animScale>
                                    <p:animScale>
                                      <p:cBhvr>
                                        <p:cTn id="22" dur="166" decel="50000">
                                          <p:stCondLst>
                                            <p:cond delay="676"/>
                                          </p:stCondLst>
                                        </p:cTn>
                                        <p:tgtEl>
                                          <p:spTgt spid="14"/>
                                        </p:tgtEl>
                                      </p:cBhvr>
                                      <p:to x="100000" y="100000"/>
                                    </p:animScale>
                                    <p:animScale>
                                      <p:cBhvr>
                                        <p:cTn id="23" dur="26">
                                          <p:stCondLst>
                                            <p:cond delay="1312"/>
                                          </p:stCondLst>
                                        </p:cTn>
                                        <p:tgtEl>
                                          <p:spTgt spid="14"/>
                                        </p:tgtEl>
                                      </p:cBhvr>
                                      <p:to x="100000" y="80000"/>
                                    </p:animScale>
                                    <p:animScale>
                                      <p:cBhvr>
                                        <p:cTn id="24" dur="166" decel="50000">
                                          <p:stCondLst>
                                            <p:cond delay="1338"/>
                                          </p:stCondLst>
                                        </p:cTn>
                                        <p:tgtEl>
                                          <p:spTgt spid="14"/>
                                        </p:tgtEl>
                                      </p:cBhvr>
                                      <p:to x="100000" y="100000"/>
                                    </p:animScale>
                                    <p:animScale>
                                      <p:cBhvr>
                                        <p:cTn id="25" dur="26">
                                          <p:stCondLst>
                                            <p:cond delay="1642"/>
                                          </p:stCondLst>
                                        </p:cTn>
                                        <p:tgtEl>
                                          <p:spTgt spid="14"/>
                                        </p:tgtEl>
                                      </p:cBhvr>
                                      <p:to x="100000" y="90000"/>
                                    </p:animScale>
                                    <p:animScale>
                                      <p:cBhvr>
                                        <p:cTn id="26" dur="166" decel="50000">
                                          <p:stCondLst>
                                            <p:cond delay="1668"/>
                                          </p:stCondLst>
                                        </p:cTn>
                                        <p:tgtEl>
                                          <p:spTgt spid="14"/>
                                        </p:tgtEl>
                                      </p:cBhvr>
                                      <p:to x="100000" y="100000"/>
                                    </p:animScale>
                                    <p:animScale>
                                      <p:cBhvr>
                                        <p:cTn id="27" dur="26">
                                          <p:stCondLst>
                                            <p:cond delay="1808"/>
                                          </p:stCondLst>
                                        </p:cTn>
                                        <p:tgtEl>
                                          <p:spTgt spid="14"/>
                                        </p:tgtEl>
                                      </p:cBhvr>
                                      <p:to x="100000" y="95000"/>
                                    </p:animScale>
                                    <p:animScale>
                                      <p:cBhvr>
                                        <p:cTn id="28" dur="166" decel="50000">
                                          <p:stCondLst>
                                            <p:cond delay="1834"/>
                                          </p:stCondLst>
                                        </p:cTn>
                                        <p:tgtEl>
                                          <p:spTgt spid="14"/>
                                        </p:tgtEl>
                                      </p:cBhvr>
                                      <p:to x="100000" y="100000"/>
                                    </p:animScale>
                                  </p:childTnLst>
                                </p:cTn>
                              </p:par>
                              <p:par>
                                <p:cTn id="29" presetID="26"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wipe(down)">
                                      <p:cBhvr>
                                        <p:cTn id="31" dur="580">
                                          <p:stCondLst>
                                            <p:cond delay="0"/>
                                          </p:stCondLst>
                                        </p:cTn>
                                        <p:tgtEl>
                                          <p:spTgt spid="28"/>
                                        </p:tgtEl>
                                      </p:cBhvr>
                                    </p:animEffect>
                                    <p:anim calcmode="lin" valueType="num">
                                      <p:cBhvr>
                                        <p:cTn id="32" dur="1822" tmFilter="0,0; 0.14,0.36; 0.43,0.73; 0.71,0.91; 1.0,1.0">
                                          <p:stCondLst>
                                            <p:cond delay="0"/>
                                          </p:stCondLst>
                                        </p:cTn>
                                        <p:tgtEl>
                                          <p:spTgt spid="28"/>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28"/>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28"/>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28"/>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28"/>
                                        </p:tgtEl>
                                        <p:attrNameLst>
                                          <p:attrName>ppt_y</p:attrName>
                                        </p:attrNameLst>
                                      </p:cBhvr>
                                      <p:tavLst>
                                        <p:tav tm="0" fmla="#ppt_y-sin(pi*$)/81">
                                          <p:val>
                                            <p:fltVal val="0"/>
                                          </p:val>
                                        </p:tav>
                                        <p:tav tm="100000">
                                          <p:val>
                                            <p:fltVal val="1"/>
                                          </p:val>
                                        </p:tav>
                                      </p:tavLst>
                                    </p:anim>
                                    <p:animScale>
                                      <p:cBhvr>
                                        <p:cTn id="37" dur="26">
                                          <p:stCondLst>
                                            <p:cond delay="650"/>
                                          </p:stCondLst>
                                        </p:cTn>
                                        <p:tgtEl>
                                          <p:spTgt spid="28"/>
                                        </p:tgtEl>
                                      </p:cBhvr>
                                      <p:to x="100000" y="60000"/>
                                    </p:animScale>
                                    <p:animScale>
                                      <p:cBhvr>
                                        <p:cTn id="38" dur="166" decel="50000">
                                          <p:stCondLst>
                                            <p:cond delay="676"/>
                                          </p:stCondLst>
                                        </p:cTn>
                                        <p:tgtEl>
                                          <p:spTgt spid="28"/>
                                        </p:tgtEl>
                                      </p:cBhvr>
                                      <p:to x="100000" y="100000"/>
                                    </p:animScale>
                                    <p:animScale>
                                      <p:cBhvr>
                                        <p:cTn id="39" dur="26">
                                          <p:stCondLst>
                                            <p:cond delay="1312"/>
                                          </p:stCondLst>
                                        </p:cTn>
                                        <p:tgtEl>
                                          <p:spTgt spid="28"/>
                                        </p:tgtEl>
                                      </p:cBhvr>
                                      <p:to x="100000" y="80000"/>
                                    </p:animScale>
                                    <p:animScale>
                                      <p:cBhvr>
                                        <p:cTn id="40" dur="166" decel="50000">
                                          <p:stCondLst>
                                            <p:cond delay="1338"/>
                                          </p:stCondLst>
                                        </p:cTn>
                                        <p:tgtEl>
                                          <p:spTgt spid="28"/>
                                        </p:tgtEl>
                                      </p:cBhvr>
                                      <p:to x="100000" y="100000"/>
                                    </p:animScale>
                                    <p:animScale>
                                      <p:cBhvr>
                                        <p:cTn id="41" dur="26">
                                          <p:stCondLst>
                                            <p:cond delay="1642"/>
                                          </p:stCondLst>
                                        </p:cTn>
                                        <p:tgtEl>
                                          <p:spTgt spid="28"/>
                                        </p:tgtEl>
                                      </p:cBhvr>
                                      <p:to x="100000" y="90000"/>
                                    </p:animScale>
                                    <p:animScale>
                                      <p:cBhvr>
                                        <p:cTn id="42" dur="166" decel="50000">
                                          <p:stCondLst>
                                            <p:cond delay="1668"/>
                                          </p:stCondLst>
                                        </p:cTn>
                                        <p:tgtEl>
                                          <p:spTgt spid="28"/>
                                        </p:tgtEl>
                                      </p:cBhvr>
                                      <p:to x="100000" y="100000"/>
                                    </p:animScale>
                                    <p:animScale>
                                      <p:cBhvr>
                                        <p:cTn id="43" dur="26">
                                          <p:stCondLst>
                                            <p:cond delay="1808"/>
                                          </p:stCondLst>
                                        </p:cTn>
                                        <p:tgtEl>
                                          <p:spTgt spid="28"/>
                                        </p:tgtEl>
                                      </p:cBhvr>
                                      <p:to x="100000" y="95000"/>
                                    </p:animScale>
                                    <p:animScale>
                                      <p:cBhvr>
                                        <p:cTn id="44" dur="166" decel="50000">
                                          <p:stCondLst>
                                            <p:cond delay="1834"/>
                                          </p:stCondLst>
                                        </p:cTn>
                                        <p:tgtEl>
                                          <p:spTgt spid="28"/>
                                        </p:tgtEl>
                                      </p:cBhvr>
                                      <p:to x="100000" y="100000"/>
                                    </p:animScale>
                                  </p:childTnLst>
                                </p:cTn>
                              </p:par>
                              <p:par>
                                <p:cTn id="45" presetID="26"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wipe(down)">
                                      <p:cBhvr>
                                        <p:cTn id="47" dur="580">
                                          <p:stCondLst>
                                            <p:cond delay="0"/>
                                          </p:stCondLst>
                                        </p:cTn>
                                        <p:tgtEl>
                                          <p:spTgt spid="32"/>
                                        </p:tgtEl>
                                      </p:cBhvr>
                                    </p:animEffect>
                                    <p:anim calcmode="lin" valueType="num">
                                      <p:cBhvr>
                                        <p:cTn id="48" dur="1822" tmFilter="0,0; 0.14,0.36; 0.43,0.73; 0.71,0.91; 1.0,1.0">
                                          <p:stCondLst>
                                            <p:cond delay="0"/>
                                          </p:stCondLst>
                                        </p:cTn>
                                        <p:tgtEl>
                                          <p:spTgt spid="32"/>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32"/>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32"/>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32"/>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32"/>
                                        </p:tgtEl>
                                        <p:attrNameLst>
                                          <p:attrName>ppt_y</p:attrName>
                                        </p:attrNameLst>
                                      </p:cBhvr>
                                      <p:tavLst>
                                        <p:tav tm="0" fmla="#ppt_y-sin(pi*$)/81">
                                          <p:val>
                                            <p:fltVal val="0"/>
                                          </p:val>
                                        </p:tav>
                                        <p:tav tm="100000">
                                          <p:val>
                                            <p:fltVal val="1"/>
                                          </p:val>
                                        </p:tav>
                                      </p:tavLst>
                                    </p:anim>
                                    <p:animScale>
                                      <p:cBhvr>
                                        <p:cTn id="53" dur="26">
                                          <p:stCondLst>
                                            <p:cond delay="650"/>
                                          </p:stCondLst>
                                        </p:cTn>
                                        <p:tgtEl>
                                          <p:spTgt spid="32"/>
                                        </p:tgtEl>
                                      </p:cBhvr>
                                      <p:to x="100000" y="60000"/>
                                    </p:animScale>
                                    <p:animScale>
                                      <p:cBhvr>
                                        <p:cTn id="54" dur="166" decel="50000">
                                          <p:stCondLst>
                                            <p:cond delay="676"/>
                                          </p:stCondLst>
                                        </p:cTn>
                                        <p:tgtEl>
                                          <p:spTgt spid="32"/>
                                        </p:tgtEl>
                                      </p:cBhvr>
                                      <p:to x="100000" y="100000"/>
                                    </p:animScale>
                                    <p:animScale>
                                      <p:cBhvr>
                                        <p:cTn id="55" dur="26">
                                          <p:stCondLst>
                                            <p:cond delay="1312"/>
                                          </p:stCondLst>
                                        </p:cTn>
                                        <p:tgtEl>
                                          <p:spTgt spid="32"/>
                                        </p:tgtEl>
                                      </p:cBhvr>
                                      <p:to x="100000" y="80000"/>
                                    </p:animScale>
                                    <p:animScale>
                                      <p:cBhvr>
                                        <p:cTn id="56" dur="166" decel="50000">
                                          <p:stCondLst>
                                            <p:cond delay="1338"/>
                                          </p:stCondLst>
                                        </p:cTn>
                                        <p:tgtEl>
                                          <p:spTgt spid="32"/>
                                        </p:tgtEl>
                                      </p:cBhvr>
                                      <p:to x="100000" y="100000"/>
                                    </p:animScale>
                                    <p:animScale>
                                      <p:cBhvr>
                                        <p:cTn id="57" dur="26">
                                          <p:stCondLst>
                                            <p:cond delay="1642"/>
                                          </p:stCondLst>
                                        </p:cTn>
                                        <p:tgtEl>
                                          <p:spTgt spid="32"/>
                                        </p:tgtEl>
                                      </p:cBhvr>
                                      <p:to x="100000" y="90000"/>
                                    </p:animScale>
                                    <p:animScale>
                                      <p:cBhvr>
                                        <p:cTn id="58" dur="166" decel="50000">
                                          <p:stCondLst>
                                            <p:cond delay="1668"/>
                                          </p:stCondLst>
                                        </p:cTn>
                                        <p:tgtEl>
                                          <p:spTgt spid="32"/>
                                        </p:tgtEl>
                                      </p:cBhvr>
                                      <p:to x="100000" y="100000"/>
                                    </p:animScale>
                                    <p:animScale>
                                      <p:cBhvr>
                                        <p:cTn id="59" dur="26">
                                          <p:stCondLst>
                                            <p:cond delay="1808"/>
                                          </p:stCondLst>
                                        </p:cTn>
                                        <p:tgtEl>
                                          <p:spTgt spid="32"/>
                                        </p:tgtEl>
                                      </p:cBhvr>
                                      <p:to x="100000" y="95000"/>
                                    </p:animScale>
                                    <p:animScale>
                                      <p:cBhvr>
                                        <p:cTn id="60" dur="166" decel="50000">
                                          <p:stCondLst>
                                            <p:cond delay="1834"/>
                                          </p:stCondLst>
                                        </p:cTn>
                                        <p:tgtEl>
                                          <p:spTgt spid="32"/>
                                        </p:tgtEl>
                                      </p:cBhvr>
                                      <p:to x="100000" y="100000"/>
                                    </p:animScale>
                                  </p:childTnLst>
                                </p:cTn>
                              </p:par>
                              <p:par>
                                <p:cTn id="61" presetID="26"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wipe(down)">
                                      <p:cBhvr>
                                        <p:cTn id="63" dur="580">
                                          <p:stCondLst>
                                            <p:cond delay="0"/>
                                          </p:stCondLst>
                                        </p:cTn>
                                        <p:tgtEl>
                                          <p:spTgt spid="30"/>
                                        </p:tgtEl>
                                      </p:cBhvr>
                                    </p:animEffect>
                                    <p:anim calcmode="lin" valueType="num">
                                      <p:cBhvr>
                                        <p:cTn id="64"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65"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66"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67"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68"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69" dur="26">
                                          <p:stCondLst>
                                            <p:cond delay="650"/>
                                          </p:stCondLst>
                                        </p:cTn>
                                        <p:tgtEl>
                                          <p:spTgt spid="30"/>
                                        </p:tgtEl>
                                      </p:cBhvr>
                                      <p:to x="100000" y="60000"/>
                                    </p:animScale>
                                    <p:animScale>
                                      <p:cBhvr>
                                        <p:cTn id="70" dur="166" decel="50000">
                                          <p:stCondLst>
                                            <p:cond delay="676"/>
                                          </p:stCondLst>
                                        </p:cTn>
                                        <p:tgtEl>
                                          <p:spTgt spid="30"/>
                                        </p:tgtEl>
                                      </p:cBhvr>
                                      <p:to x="100000" y="100000"/>
                                    </p:animScale>
                                    <p:animScale>
                                      <p:cBhvr>
                                        <p:cTn id="71" dur="26">
                                          <p:stCondLst>
                                            <p:cond delay="1312"/>
                                          </p:stCondLst>
                                        </p:cTn>
                                        <p:tgtEl>
                                          <p:spTgt spid="30"/>
                                        </p:tgtEl>
                                      </p:cBhvr>
                                      <p:to x="100000" y="80000"/>
                                    </p:animScale>
                                    <p:animScale>
                                      <p:cBhvr>
                                        <p:cTn id="72" dur="166" decel="50000">
                                          <p:stCondLst>
                                            <p:cond delay="1338"/>
                                          </p:stCondLst>
                                        </p:cTn>
                                        <p:tgtEl>
                                          <p:spTgt spid="30"/>
                                        </p:tgtEl>
                                      </p:cBhvr>
                                      <p:to x="100000" y="100000"/>
                                    </p:animScale>
                                    <p:animScale>
                                      <p:cBhvr>
                                        <p:cTn id="73" dur="26">
                                          <p:stCondLst>
                                            <p:cond delay="1642"/>
                                          </p:stCondLst>
                                        </p:cTn>
                                        <p:tgtEl>
                                          <p:spTgt spid="30"/>
                                        </p:tgtEl>
                                      </p:cBhvr>
                                      <p:to x="100000" y="90000"/>
                                    </p:animScale>
                                    <p:animScale>
                                      <p:cBhvr>
                                        <p:cTn id="74" dur="166" decel="50000">
                                          <p:stCondLst>
                                            <p:cond delay="1668"/>
                                          </p:stCondLst>
                                        </p:cTn>
                                        <p:tgtEl>
                                          <p:spTgt spid="30"/>
                                        </p:tgtEl>
                                      </p:cBhvr>
                                      <p:to x="100000" y="100000"/>
                                    </p:animScale>
                                    <p:animScale>
                                      <p:cBhvr>
                                        <p:cTn id="75" dur="26">
                                          <p:stCondLst>
                                            <p:cond delay="1808"/>
                                          </p:stCondLst>
                                        </p:cTn>
                                        <p:tgtEl>
                                          <p:spTgt spid="30"/>
                                        </p:tgtEl>
                                      </p:cBhvr>
                                      <p:to x="100000" y="95000"/>
                                    </p:animScale>
                                    <p:animScale>
                                      <p:cBhvr>
                                        <p:cTn id="76" dur="166" decel="50000">
                                          <p:stCondLst>
                                            <p:cond delay="1834"/>
                                          </p:stCondLst>
                                        </p:cTn>
                                        <p:tgtEl>
                                          <p:spTgt spid="3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P spid="28" grpId="0" animBg="1"/>
      <p:bldP spid="30" grpId="0" animBg="1"/>
      <p:bldP spid="3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34B2863-7A82-31C7-32EE-1502A4B14C13}"/>
              </a:ext>
            </a:extLst>
          </p:cNvPr>
          <p:cNvSpPr txBox="1">
            <a:spLocks/>
          </p:cNvSpPr>
          <p:nvPr/>
        </p:nvSpPr>
        <p:spPr>
          <a:xfrm>
            <a:off x="838200" y="114300"/>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SAP</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pic>
        <p:nvPicPr>
          <p:cNvPr id="10" name="Picture 9" descr="A blue and white logo&#10;&#10;Description automatically generated">
            <a:extLst>
              <a:ext uri="{FF2B5EF4-FFF2-40B4-BE49-F238E27FC236}">
                <a16:creationId xmlns:a16="http://schemas.microsoft.com/office/drawing/2014/main" id="{CC55572A-F4BA-8C78-79DB-D0A0D1328C6C}"/>
              </a:ext>
            </a:extLst>
          </p:cNvPr>
          <p:cNvPicPr>
            <a:picLocks noChangeAspect="1"/>
          </p:cNvPicPr>
          <p:nvPr/>
        </p:nvPicPr>
        <p:blipFill>
          <a:blip r:embed="rId3"/>
          <a:srcRect b="3647"/>
          <a:stretch/>
        </p:blipFill>
        <p:spPr>
          <a:xfrm>
            <a:off x="717460" y="1169432"/>
            <a:ext cx="3625940" cy="2047875"/>
          </a:xfrm>
          <a:prstGeom prst="rect">
            <a:avLst/>
          </a:prstGeom>
        </p:spPr>
      </p:pic>
      <p:sp>
        <p:nvSpPr>
          <p:cNvPr id="12" name="TextBox 11">
            <a:extLst>
              <a:ext uri="{FF2B5EF4-FFF2-40B4-BE49-F238E27FC236}">
                <a16:creationId xmlns:a16="http://schemas.microsoft.com/office/drawing/2014/main" id="{359E9D86-5382-75D2-459B-07A387335C4C}"/>
              </a:ext>
            </a:extLst>
          </p:cNvPr>
          <p:cNvSpPr txBox="1"/>
          <p:nvPr/>
        </p:nvSpPr>
        <p:spPr>
          <a:xfrm>
            <a:off x="838200" y="800100"/>
            <a:ext cx="5419725" cy="369332"/>
          </a:xfrm>
          <a:prstGeom prst="rect">
            <a:avLst/>
          </a:prstGeom>
          <a:noFill/>
        </p:spPr>
        <p:txBody>
          <a:bodyPr wrap="square" rtlCol="0">
            <a:spAutoFit/>
          </a:bodyPr>
          <a:lstStyle/>
          <a:p>
            <a:pPr marL="342900" indent="-342900">
              <a:buFont typeface="+mj-lt"/>
              <a:buAutoNum type="arabicPeriod"/>
            </a:pPr>
            <a:r>
              <a:rPr lang="vi-VN" b="1" dirty="0">
                <a:latin typeface="+mj-lt"/>
              </a:rPr>
              <a:t>Khái niệm cơ bản</a:t>
            </a:r>
            <a:endParaRPr lang="en-US" b="1" dirty="0">
              <a:latin typeface="+mj-lt"/>
            </a:endParaRPr>
          </a:p>
        </p:txBody>
      </p:sp>
      <p:sp>
        <p:nvSpPr>
          <p:cNvPr id="13" name="TextBox 12">
            <a:extLst>
              <a:ext uri="{FF2B5EF4-FFF2-40B4-BE49-F238E27FC236}">
                <a16:creationId xmlns:a16="http://schemas.microsoft.com/office/drawing/2014/main" id="{3E167361-CA98-BA7E-7363-B74C343D566A}"/>
              </a:ext>
            </a:extLst>
          </p:cNvPr>
          <p:cNvSpPr txBox="1"/>
          <p:nvPr/>
        </p:nvSpPr>
        <p:spPr>
          <a:xfrm>
            <a:off x="4343400" y="1093143"/>
            <a:ext cx="7143750" cy="1200329"/>
          </a:xfrm>
          <a:prstGeom prst="rect">
            <a:avLst/>
          </a:prstGeom>
          <a:noFill/>
        </p:spPr>
        <p:txBody>
          <a:bodyPr wrap="square" rtlCol="0">
            <a:spAutoFit/>
          </a:bodyPr>
          <a:lstStyle/>
          <a:p>
            <a:r>
              <a:rPr lang="vi-VN" sz="1800" dirty="0">
                <a:effectLst/>
                <a:latin typeface="+mj-lt"/>
                <a:ea typeface="Malgun Gothic" panose="020B0503020000020004" pitchFamily="34" charset="-127"/>
                <a:cs typeface="Times New Roman" panose="02020603050405020304" pitchFamily="18" charset="0"/>
              </a:rPr>
              <a:t>SAP (System Application Programing- Lập trình ứng dụng hệ thống ): </a:t>
            </a:r>
            <a:r>
              <a:rPr lang="vi-VN" sz="1800" kern="100" dirty="0">
                <a:effectLst/>
                <a:latin typeface="+mj-lt"/>
                <a:ea typeface="Malgun Gothic" panose="020B0503020000020004" pitchFamily="34" charset="-127"/>
                <a:cs typeface="Times New Roman" panose="02020603050405020304" pitchFamily="18" charset="0"/>
              </a:rPr>
              <a:t>Là 1 </a:t>
            </a:r>
            <a:r>
              <a:rPr lang="vi-VN" sz="1800" kern="100" dirty="0">
                <a:solidFill>
                  <a:srgbClr val="FF0000"/>
                </a:solidFill>
                <a:effectLst/>
                <a:latin typeface="+mj-lt"/>
                <a:ea typeface="Malgun Gothic" panose="020B0503020000020004" pitchFamily="34" charset="-127"/>
                <a:cs typeface="Times New Roman" panose="02020603050405020304" pitchFamily="18" charset="0"/>
              </a:rPr>
              <a:t>phần mềm quản trị doanh nghiệp</a:t>
            </a:r>
            <a:r>
              <a:rPr lang="vi-VN" sz="1800" kern="100" dirty="0">
                <a:effectLst/>
                <a:latin typeface="+mj-lt"/>
                <a:ea typeface="Malgun Gothic" panose="020B0503020000020004" pitchFamily="34" charset="-127"/>
                <a:cs typeface="Times New Roman" panose="02020603050405020304" pitchFamily="18" charset="0"/>
              </a:rPr>
              <a:t>,</a:t>
            </a:r>
            <a:r>
              <a:rPr lang="vi-VN" sz="1800" kern="100" dirty="0">
                <a:solidFill>
                  <a:srgbClr val="172B4D"/>
                </a:solidFill>
                <a:effectLst/>
                <a:latin typeface="+mj-lt"/>
                <a:ea typeface="Malgun Gothic" panose="020B0503020000020004" pitchFamily="34" charset="-127"/>
                <a:cs typeface="Times New Roman" panose="02020603050405020304" pitchFamily="18" charset="0"/>
              </a:rPr>
              <a:t> c</a:t>
            </a:r>
            <a:r>
              <a:rPr lang="vi-VN" sz="1800" kern="100" dirty="0">
                <a:effectLst/>
                <a:latin typeface="+mj-lt"/>
                <a:ea typeface="Malgun Gothic" panose="020B0503020000020004" pitchFamily="34" charset="-127"/>
                <a:cs typeface="Times New Roman" panose="02020603050405020304" pitchFamily="18" charset="0"/>
              </a:rPr>
              <a:t>ung cấp đầy đủ tính năng đa dạng giúp doanh nghiệp quản lý toàn diện mọi quy trình vận hành </a:t>
            </a:r>
            <a:endParaRPr lang="en-US" sz="1800" kern="100" dirty="0">
              <a:effectLst/>
              <a:latin typeface="+mj-lt"/>
              <a:ea typeface="Malgun Gothic" panose="020B0503020000020004" pitchFamily="34" charset="-127"/>
              <a:cs typeface="Times New Roman" panose="02020603050405020304" pitchFamily="18" charset="0"/>
            </a:endParaRPr>
          </a:p>
          <a:p>
            <a:endParaRPr lang="en-US" dirty="0">
              <a:latin typeface="+mj-lt"/>
            </a:endParaRPr>
          </a:p>
        </p:txBody>
      </p:sp>
      <p:sp>
        <p:nvSpPr>
          <p:cNvPr id="14" name="TextBox 13">
            <a:extLst>
              <a:ext uri="{FF2B5EF4-FFF2-40B4-BE49-F238E27FC236}">
                <a16:creationId xmlns:a16="http://schemas.microsoft.com/office/drawing/2014/main" id="{A67A4D1A-06CE-4097-FFDE-36AB74DCBB7B}"/>
              </a:ext>
            </a:extLst>
          </p:cNvPr>
          <p:cNvSpPr txBox="1"/>
          <p:nvPr/>
        </p:nvSpPr>
        <p:spPr>
          <a:xfrm>
            <a:off x="4343400" y="3036511"/>
            <a:ext cx="7143750" cy="1754326"/>
          </a:xfrm>
          <a:prstGeom prst="rect">
            <a:avLst/>
          </a:prstGeom>
          <a:noFill/>
        </p:spPr>
        <p:txBody>
          <a:bodyPr wrap="square" rtlCol="0">
            <a:spAutoFit/>
          </a:bodyPr>
          <a:lstStyle/>
          <a:p>
            <a:r>
              <a:rPr lang="vi-VN" sz="1800" kern="100" dirty="0">
                <a:effectLst/>
                <a:latin typeface="+mj-lt"/>
                <a:ea typeface="Malgun Gothic" panose="020B0503020000020004" pitchFamily="34" charset="-127"/>
                <a:cs typeface="Times New Roman" panose="02020603050405020304" pitchFamily="18" charset="0"/>
              </a:rPr>
              <a:t>Hệ thống SAP ERP </a:t>
            </a:r>
            <a:r>
              <a:rPr lang="en-US" dirty="0">
                <a:solidFill>
                  <a:srgbClr val="000000"/>
                </a:solidFill>
                <a:latin typeface="+mj-lt"/>
              </a:rPr>
              <a:t>( </a:t>
            </a:r>
            <a:r>
              <a:rPr lang="vi-VN" dirty="0">
                <a:solidFill>
                  <a:srgbClr val="000000"/>
                </a:solidFill>
                <a:latin typeface="+mj-lt"/>
              </a:rPr>
              <a:t>Enterprise Resource Planning- </a:t>
            </a:r>
            <a:r>
              <a:rPr lang="vi-VN" dirty="0">
                <a:solidFill>
                  <a:srgbClr val="000000"/>
                </a:solidFill>
                <a:effectLst/>
                <a:latin typeface="+mj-lt"/>
              </a:rPr>
              <a:t>Lập kế hoạch nguồn lực doanh nghiệp</a:t>
            </a:r>
            <a:r>
              <a:rPr lang="en-US" dirty="0">
                <a:solidFill>
                  <a:srgbClr val="000000"/>
                </a:solidFill>
                <a:effectLst/>
                <a:latin typeface="+mj-lt"/>
              </a:rPr>
              <a:t>)</a:t>
            </a:r>
            <a:r>
              <a:rPr lang="en-US" i="0" dirty="0">
                <a:solidFill>
                  <a:srgbClr val="000000"/>
                </a:solidFill>
                <a:effectLst/>
                <a:latin typeface="+mj-lt"/>
              </a:rPr>
              <a:t>  </a:t>
            </a:r>
            <a:r>
              <a:rPr lang="vi-VN" sz="1800" kern="100" dirty="0">
                <a:effectLst/>
                <a:latin typeface="+mj-lt"/>
                <a:ea typeface="Malgun Gothic" panose="020B0503020000020004" pitchFamily="34" charset="-127"/>
                <a:cs typeface="Times New Roman" panose="02020603050405020304" pitchFamily="18" charset="0"/>
              </a:rPr>
              <a:t>được tích hợp các module trên cùng một ứng dụng giúp tất cả nhân sự trong doanh nghiệp làm việc với nhau trên cùng một hệ thống thông tin toàn diện.  Thay vì nhân viên phải làm việc trên các </a:t>
            </a:r>
            <a:r>
              <a:rPr lang="vi-VN" sz="1800" kern="100" dirty="0">
                <a:solidFill>
                  <a:srgbClr val="FF0000"/>
                </a:solidFill>
                <a:effectLst/>
                <a:latin typeface="+mj-lt"/>
                <a:ea typeface="Malgun Gothic" panose="020B0503020000020004" pitchFamily="34" charset="-127"/>
                <a:cs typeface="Times New Roman" panose="02020603050405020304" pitchFamily="18" charset="0"/>
              </a:rPr>
              <a:t>phần mềm riêng lẻ và độc lập </a:t>
            </a:r>
            <a:r>
              <a:rPr lang="vi-VN" sz="1800" kern="100" dirty="0">
                <a:effectLst/>
                <a:latin typeface="+mj-lt"/>
                <a:ea typeface="Malgun Gothic" panose="020B0503020000020004" pitchFamily="34" charset="-127"/>
                <a:cs typeface="Times New Roman" panose="02020603050405020304" pitchFamily="18" charset="0"/>
              </a:rPr>
              <a:t>như Phần mềm kế toán, Phần mềm quản lý nhân sự, lương thưởng, Phần mềm quản lý và chăm sóc khách hàng...</a:t>
            </a:r>
            <a:endParaRPr lang="en-US" dirty="0">
              <a:latin typeface="+mj-lt"/>
            </a:endParaRPr>
          </a:p>
        </p:txBody>
      </p:sp>
      <p:pic>
        <p:nvPicPr>
          <p:cNvPr id="16" name="Picture 15" descr="A green and white button&#10;&#10;Description automatically generated">
            <a:extLst>
              <a:ext uri="{FF2B5EF4-FFF2-40B4-BE49-F238E27FC236}">
                <a16:creationId xmlns:a16="http://schemas.microsoft.com/office/drawing/2014/main" id="{FE3301A9-E65F-0779-979B-0797DC492E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460" y="4815930"/>
            <a:ext cx="1149441" cy="1149441"/>
          </a:xfrm>
          <a:prstGeom prst="rect">
            <a:avLst/>
          </a:prstGeom>
        </p:spPr>
      </p:pic>
      <p:sp>
        <p:nvSpPr>
          <p:cNvPr id="2" name="Slide Number Placeholder 1">
            <a:extLst>
              <a:ext uri="{FF2B5EF4-FFF2-40B4-BE49-F238E27FC236}">
                <a16:creationId xmlns:a16="http://schemas.microsoft.com/office/drawing/2014/main" id="{11224958-6310-D6EF-9351-1925101F8657}"/>
              </a:ext>
            </a:extLst>
          </p:cNvPr>
          <p:cNvSpPr>
            <a:spLocks noGrp="1"/>
          </p:cNvSpPr>
          <p:nvPr>
            <p:ph type="sldNum" sz="quarter" idx="12"/>
          </p:nvPr>
        </p:nvSpPr>
        <p:spPr/>
        <p:txBody>
          <a:bodyPr/>
          <a:lstStyle/>
          <a:p>
            <a:fld id="{A826A215-A5F0-48E6-BDB0-DB2528564D1C}" type="slidenum">
              <a:rPr lang="en-US" smtClean="0"/>
              <a:t>4</a:t>
            </a:fld>
            <a:endParaRPr lang="en-US"/>
          </a:p>
        </p:txBody>
      </p:sp>
    </p:spTree>
    <p:extLst>
      <p:ext uri="{BB962C8B-B14F-4D97-AF65-F5344CB8AC3E}">
        <p14:creationId xmlns:p14="http://schemas.microsoft.com/office/powerpoint/2010/main" val="160124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ppt_x"/>
                                          </p:val>
                                        </p:tav>
                                        <p:tav tm="100000">
                                          <p:val>
                                            <p:strVal val="#ppt_x"/>
                                          </p:val>
                                        </p:tav>
                                      </p:tavLst>
                                    </p:anim>
                                    <p:anim calcmode="lin" valueType="num">
                                      <p:cBhvr additive="base">
                                        <p:cTn id="19" dur="500" fill="hold"/>
                                        <p:tgtEl>
                                          <p:spTgt spid="10"/>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500" fill="hold"/>
                                        <p:tgtEl>
                                          <p:spTgt spid="16"/>
                                        </p:tgtEl>
                                        <p:attrNameLst>
                                          <p:attrName>ppt_x</p:attrName>
                                        </p:attrNameLst>
                                      </p:cBhvr>
                                      <p:tavLst>
                                        <p:tav tm="0">
                                          <p:val>
                                            <p:strVal val="#ppt_x"/>
                                          </p:val>
                                        </p:tav>
                                        <p:tav tm="100000">
                                          <p:val>
                                            <p:strVal val="#ppt_x"/>
                                          </p:val>
                                        </p:tav>
                                      </p:tavLst>
                                    </p:anim>
                                    <p:anim calcmode="lin" valueType="num">
                                      <p:cBhvr additive="base">
                                        <p:cTn id="23"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fill="hold"/>
                                        <p:tgtEl>
                                          <p:spTgt spid="13"/>
                                        </p:tgtEl>
                                        <p:attrNameLst>
                                          <p:attrName>ppt_x</p:attrName>
                                        </p:attrNameLst>
                                      </p:cBhvr>
                                      <p:tavLst>
                                        <p:tav tm="0">
                                          <p:val>
                                            <p:strVal val="1+#ppt_w/2"/>
                                          </p:val>
                                        </p:tav>
                                        <p:tav tm="100000">
                                          <p:val>
                                            <p:strVal val="#ppt_x"/>
                                          </p:val>
                                        </p:tav>
                                      </p:tavLst>
                                    </p:anim>
                                    <p:anim calcmode="lin" valueType="num">
                                      <p:cBhvr additive="base">
                                        <p:cTn id="29"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1+#ppt_w/2"/>
                                          </p:val>
                                        </p:tav>
                                        <p:tav tm="100000">
                                          <p:val>
                                            <p:strVal val="#ppt_x"/>
                                          </p:val>
                                        </p:tav>
                                      </p:tavLst>
                                    </p:anim>
                                    <p:anim calcmode="lin" valueType="num">
                                      <p:cBhvr additive="base">
                                        <p:cTn id="35"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p:bldP spid="13"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magnifying glass with white text&#10;&#10;Description automatically generated">
            <a:extLst>
              <a:ext uri="{FF2B5EF4-FFF2-40B4-BE49-F238E27FC236}">
                <a16:creationId xmlns:a16="http://schemas.microsoft.com/office/drawing/2014/main" id="{D728D829-1480-1E25-4685-A57F2BCC9361}"/>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40596" t="29602" r="14837"/>
          <a:stretch/>
        </p:blipFill>
        <p:spPr>
          <a:xfrm>
            <a:off x="838200" y="4969616"/>
            <a:ext cx="919805" cy="1088283"/>
          </a:xfrm>
          <a:prstGeom prst="roundRect">
            <a:avLst>
              <a:gd name="adj" fmla="val 16667"/>
            </a:avLst>
          </a:prstGeom>
          <a:ln>
            <a:noFill/>
          </a:ln>
          <a:effectLst>
            <a:outerShdw blurRad="50800" dist="38100" dir="18900000" algn="bl" rotWithShape="0">
              <a:prstClr val="black">
                <a:alpha val="40000"/>
              </a:prst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Title 1">
            <a:extLst>
              <a:ext uri="{FF2B5EF4-FFF2-40B4-BE49-F238E27FC236}">
                <a16:creationId xmlns:a16="http://schemas.microsoft.com/office/drawing/2014/main" id="{43F498D3-E808-E73D-4663-58A0E5A28AD6}"/>
              </a:ext>
            </a:extLst>
          </p:cNvPr>
          <p:cNvSpPr txBox="1">
            <a:spLocks/>
          </p:cNvSpPr>
          <p:nvPr/>
        </p:nvSpPr>
        <p:spPr>
          <a:xfrm>
            <a:off x="838200" y="114300"/>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SAP</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6" name="TextBox 5">
            <a:extLst>
              <a:ext uri="{FF2B5EF4-FFF2-40B4-BE49-F238E27FC236}">
                <a16:creationId xmlns:a16="http://schemas.microsoft.com/office/drawing/2014/main" id="{C4A6B7CD-E2A6-27A3-7DAD-30562303A103}"/>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2.Mục đích sử dụng</a:t>
            </a:r>
            <a:endParaRPr lang="en-US" b="1" dirty="0">
              <a:latin typeface="+mj-lt"/>
            </a:endParaRPr>
          </a:p>
        </p:txBody>
      </p:sp>
      <p:graphicFrame>
        <p:nvGraphicFramePr>
          <p:cNvPr id="11" name="Diagram 10">
            <a:extLst>
              <a:ext uri="{FF2B5EF4-FFF2-40B4-BE49-F238E27FC236}">
                <a16:creationId xmlns:a16="http://schemas.microsoft.com/office/drawing/2014/main" id="{045B13A7-0253-EC52-6B85-D41C766E576E}"/>
              </a:ext>
            </a:extLst>
          </p:cNvPr>
          <p:cNvGraphicFramePr/>
          <p:nvPr>
            <p:extLst>
              <p:ext uri="{D42A27DB-BD31-4B8C-83A1-F6EECF244321}">
                <p14:modId xmlns:p14="http://schemas.microsoft.com/office/powerpoint/2010/main" val="11865528"/>
              </p:ext>
            </p:extLst>
          </p:nvPr>
        </p:nvGraphicFramePr>
        <p:xfrm>
          <a:off x="2935514" y="1192274"/>
          <a:ext cx="8551636" cy="48656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Slide Number Placeholder 1">
            <a:extLst>
              <a:ext uri="{FF2B5EF4-FFF2-40B4-BE49-F238E27FC236}">
                <a16:creationId xmlns:a16="http://schemas.microsoft.com/office/drawing/2014/main" id="{8B033930-6241-B27B-021E-FAD8369FE305}"/>
              </a:ext>
            </a:extLst>
          </p:cNvPr>
          <p:cNvSpPr>
            <a:spLocks noGrp="1"/>
          </p:cNvSpPr>
          <p:nvPr>
            <p:ph type="sldNum" sz="quarter" idx="12"/>
          </p:nvPr>
        </p:nvSpPr>
        <p:spPr/>
        <p:txBody>
          <a:bodyPr/>
          <a:lstStyle/>
          <a:p>
            <a:fld id="{A826A215-A5F0-48E6-BDB0-DB2528564D1C}" type="slidenum">
              <a:rPr lang="en-US" smtClean="0"/>
              <a:t>5</a:t>
            </a:fld>
            <a:endParaRPr lang="en-US"/>
          </a:p>
        </p:txBody>
      </p:sp>
    </p:spTree>
    <p:extLst>
      <p:ext uri="{BB962C8B-B14F-4D97-AF65-F5344CB8AC3E}">
        <p14:creationId xmlns:p14="http://schemas.microsoft.com/office/powerpoint/2010/main" val="790732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ppt_x</p:attrName>
                                        </p:attrNameLst>
                                      </p:cBhvr>
                                      <p:tavLst>
                                        <p:tav tm="0">
                                          <p:val>
                                            <p:strVal val="#ppt_x"/>
                                          </p:val>
                                        </p:tav>
                                        <p:tav tm="100000">
                                          <p:val>
                                            <p:strVal val="#ppt_x"/>
                                          </p:val>
                                        </p:tav>
                                      </p:tavLst>
                                    </p:anim>
                                    <p:anim calcmode="lin" valueType="num">
                                      <p:cBhvr additive="base">
                                        <p:cTn id="11" dur="500" fill="hold"/>
                                        <p:tgtEl>
                                          <p:spTgt spid="6"/>
                                        </p:tgtEl>
                                        <p:attrNameLst>
                                          <p:attrName>ppt_y</p:attrName>
                                        </p:attrNameLst>
                                      </p:cBhvr>
                                      <p:tavLst>
                                        <p:tav tm="0">
                                          <p:val>
                                            <p:strVal val="1+#ppt_h/2"/>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1+#ppt_h/2"/>
                                          </p:val>
                                        </p:tav>
                                        <p:tav tm="100000">
                                          <p:val>
                                            <p:strVal val="#ppt_y"/>
                                          </p:val>
                                        </p:tav>
                                      </p:tavLst>
                                    </p:anim>
                                  </p:childTnLst>
                                </p:cTn>
                              </p:par>
                              <p:par>
                                <p:cTn id="16" presetID="22" presetClass="entr" presetSubtype="4"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1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Graphic spid="11"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AA1DBC-DC7A-F06B-4E3F-3D044BE9A8B2}"/>
              </a:ext>
            </a:extLst>
          </p:cNvPr>
          <p:cNvSpPr>
            <a:spLocks noGrp="1"/>
          </p:cNvSpPr>
          <p:nvPr>
            <p:ph idx="1"/>
          </p:nvPr>
        </p:nvSpPr>
        <p:spPr>
          <a:xfrm>
            <a:off x="838199" y="1274208"/>
            <a:ext cx="10648949" cy="474106"/>
          </a:xfrm>
        </p:spPr>
        <p:txBody>
          <a:bodyPr>
            <a:normAutofit lnSpcReduction="10000"/>
          </a:bodyPr>
          <a:lstStyle/>
          <a:p>
            <a:r>
              <a:rPr lang="vi-VN" b="1" dirty="0">
                <a:latin typeface="+mj-lt"/>
              </a:rPr>
              <a:t>Lập kế hoạch kinh doanh hiệu quả</a:t>
            </a:r>
            <a:endParaRPr lang="en-US" dirty="0">
              <a:latin typeface="+mj-lt"/>
            </a:endParaRPr>
          </a:p>
          <a:p>
            <a:endParaRPr lang="en-US" dirty="0"/>
          </a:p>
        </p:txBody>
      </p:sp>
      <p:sp>
        <p:nvSpPr>
          <p:cNvPr id="4" name="Title 1">
            <a:extLst>
              <a:ext uri="{FF2B5EF4-FFF2-40B4-BE49-F238E27FC236}">
                <a16:creationId xmlns:a16="http://schemas.microsoft.com/office/drawing/2014/main" id="{D553CAB3-AC5C-AD43-C5FE-D902B19542E6}"/>
              </a:ext>
            </a:extLst>
          </p:cNvPr>
          <p:cNvSpPr txBox="1">
            <a:spLocks/>
          </p:cNvSpPr>
          <p:nvPr/>
        </p:nvSpPr>
        <p:spPr>
          <a:xfrm>
            <a:off x="838200" y="114300"/>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SAP</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1585813A-C85B-C3CB-7DF0-15ADE545DBEF}"/>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2.Mục đích sử dụng</a:t>
            </a:r>
            <a:endParaRPr lang="en-US" b="1" dirty="0">
              <a:latin typeface="+mj-lt"/>
            </a:endParaRPr>
          </a:p>
        </p:txBody>
      </p:sp>
      <p:sp>
        <p:nvSpPr>
          <p:cNvPr id="6" name="TextBox 5">
            <a:extLst>
              <a:ext uri="{FF2B5EF4-FFF2-40B4-BE49-F238E27FC236}">
                <a16:creationId xmlns:a16="http://schemas.microsoft.com/office/drawing/2014/main" id="{528B312D-2E88-D938-D8F4-BB09E533DFA7}"/>
              </a:ext>
            </a:extLst>
          </p:cNvPr>
          <p:cNvSpPr txBox="1"/>
          <p:nvPr/>
        </p:nvSpPr>
        <p:spPr>
          <a:xfrm>
            <a:off x="968829" y="1748314"/>
            <a:ext cx="9927771" cy="1200329"/>
          </a:xfrm>
          <a:prstGeom prst="rect">
            <a:avLst/>
          </a:prstGeom>
          <a:noFill/>
        </p:spPr>
        <p:txBody>
          <a:bodyPr wrap="square" rtlCol="0">
            <a:spAutoFit/>
          </a:bodyPr>
          <a:lstStyle/>
          <a:p>
            <a:r>
              <a:rPr lang="vi-VN" sz="1800" dirty="0">
                <a:solidFill>
                  <a:srgbClr val="1D2742"/>
                </a:solidFill>
                <a:effectLst/>
                <a:latin typeface="+mj-lt"/>
                <a:ea typeface="Times New Roman" panose="02020603050405020304" pitchFamily="18" charset="0"/>
              </a:rPr>
              <a:t>Trong quá trình sản xuất, hệ thống SAP thu thập thông tin từ nhiều nguồn lực khác nhau như nhân công, hiệu suất máy móc, và các thông số về nguyên liệu có sẵn. </a:t>
            </a:r>
          </a:p>
          <a:p>
            <a:r>
              <a:rPr lang="vi-VN" sz="1800" dirty="0">
                <a:solidFill>
                  <a:srgbClr val="1D2742"/>
                </a:solidFill>
                <a:effectLst/>
                <a:latin typeface="+mj-lt"/>
                <a:ea typeface="Times New Roman" panose="02020603050405020304" pitchFamily="18" charset="0"/>
              </a:rPr>
              <a:t>Dựa trên dữ liệu này, doanh nghiệp có thể lập kế hoạch sản xuất một cách linh hoạt và chính xác hơn. </a:t>
            </a:r>
            <a:endParaRPr lang="en-US" sz="1800" dirty="0">
              <a:effectLst/>
              <a:latin typeface="+mj-lt"/>
              <a:ea typeface="Times New Roman" panose="02020603050405020304" pitchFamily="18" charset="0"/>
            </a:endParaRPr>
          </a:p>
          <a:p>
            <a:endParaRPr lang="en-US" dirty="0"/>
          </a:p>
        </p:txBody>
      </p:sp>
      <p:sp>
        <p:nvSpPr>
          <p:cNvPr id="9" name="Content Placeholder 2">
            <a:extLst>
              <a:ext uri="{FF2B5EF4-FFF2-40B4-BE49-F238E27FC236}">
                <a16:creationId xmlns:a16="http://schemas.microsoft.com/office/drawing/2014/main" id="{C8FFC74E-34A9-EB78-0043-75470833F49B}"/>
              </a:ext>
            </a:extLst>
          </p:cNvPr>
          <p:cNvSpPr txBox="1">
            <a:spLocks/>
          </p:cNvSpPr>
          <p:nvPr/>
        </p:nvSpPr>
        <p:spPr>
          <a:xfrm>
            <a:off x="838199" y="3657601"/>
            <a:ext cx="10648949" cy="47410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b="1" dirty="0">
                <a:latin typeface="+mj-lt"/>
              </a:rPr>
              <a:t>Tối ưu hóa quy trình vận hành</a:t>
            </a:r>
            <a:endParaRPr lang="en-US" dirty="0"/>
          </a:p>
        </p:txBody>
      </p:sp>
      <p:sp>
        <p:nvSpPr>
          <p:cNvPr id="10" name="TextBox 9">
            <a:extLst>
              <a:ext uri="{FF2B5EF4-FFF2-40B4-BE49-F238E27FC236}">
                <a16:creationId xmlns:a16="http://schemas.microsoft.com/office/drawing/2014/main" id="{459AEF0E-64C4-C561-8768-6BD11191C6BB}"/>
              </a:ext>
            </a:extLst>
          </p:cNvPr>
          <p:cNvSpPr txBox="1"/>
          <p:nvPr/>
        </p:nvSpPr>
        <p:spPr>
          <a:xfrm>
            <a:off x="968829" y="4131707"/>
            <a:ext cx="9927771" cy="1200329"/>
          </a:xfrm>
          <a:prstGeom prst="rect">
            <a:avLst/>
          </a:prstGeom>
          <a:noFill/>
        </p:spPr>
        <p:txBody>
          <a:bodyPr wrap="square" rtlCol="0">
            <a:spAutoFit/>
          </a:bodyPr>
          <a:lstStyle/>
          <a:p>
            <a:r>
              <a:rPr lang="vi-VN" sz="1800" dirty="0">
                <a:solidFill>
                  <a:srgbClr val="1D2742"/>
                </a:solidFill>
                <a:effectLst/>
                <a:latin typeface="+mj-lt"/>
                <a:ea typeface="Times New Roman" panose="02020603050405020304" pitchFamily="18" charset="0"/>
              </a:rPr>
              <a:t>Thay vì mất thời gian thu thập thông tin từ nhiều bộ phận để lập báo cáo, tính năng của SAP trong sản xuất đã có sẵn các biểu mẫu tiêu chuẩn và thống kê dữ liệu theo thời gian thực. </a:t>
            </a:r>
          </a:p>
          <a:p>
            <a:r>
              <a:rPr lang="vi-VN" sz="1800" dirty="0">
                <a:solidFill>
                  <a:srgbClr val="1D2742"/>
                </a:solidFill>
                <a:effectLst/>
                <a:latin typeface="+mj-lt"/>
                <a:ea typeface="Times New Roman" panose="02020603050405020304" pitchFamily="18" charset="0"/>
              </a:rPr>
              <a:t>Nhờ vậy mà các nhà quản lý luôn nắm bắt được tình hình sản xuất, giảm thiểu sai sót, tăng cường hiệu quả hoạt động kinh doanh.</a:t>
            </a:r>
            <a:endParaRPr lang="en-US" dirty="0"/>
          </a:p>
        </p:txBody>
      </p:sp>
      <p:sp>
        <p:nvSpPr>
          <p:cNvPr id="2" name="Slide Number Placeholder 1">
            <a:extLst>
              <a:ext uri="{FF2B5EF4-FFF2-40B4-BE49-F238E27FC236}">
                <a16:creationId xmlns:a16="http://schemas.microsoft.com/office/drawing/2014/main" id="{36BBD8D0-F2F4-AE89-8472-45677C3E7E7E}"/>
              </a:ext>
            </a:extLst>
          </p:cNvPr>
          <p:cNvSpPr>
            <a:spLocks noGrp="1"/>
          </p:cNvSpPr>
          <p:nvPr>
            <p:ph type="sldNum" sz="quarter" idx="12"/>
          </p:nvPr>
        </p:nvSpPr>
        <p:spPr/>
        <p:txBody>
          <a:bodyPr/>
          <a:lstStyle/>
          <a:p>
            <a:fld id="{A826A215-A5F0-48E6-BDB0-DB2528564D1C}" type="slidenum">
              <a:rPr lang="en-US" smtClean="0"/>
              <a:t>6</a:t>
            </a:fld>
            <a:endParaRPr lang="en-US"/>
          </a:p>
        </p:txBody>
      </p:sp>
    </p:spTree>
    <p:extLst>
      <p:ext uri="{BB962C8B-B14F-4D97-AF65-F5344CB8AC3E}">
        <p14:creationId xmlns:p14="http://schemas.microsoft.com/office/powerpoint/2010/main" val="1824425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ppt_x</p:attrName>
                                        </p:attrNameLst>
                                      </p:cBhvr>
                                      <p:tavLst>
                                        <p:tav tm="0">
                                          <p:val>
                                            <p:strVal val="#ppt_x"/>
                                          </p:val>
                                        </p:tav>
                                        <p:tav tm="100000">
                                          <p:val>
                                            <p:strVal val="#ppt_x"/>
                                          </p:val>
                                        </p:tav>
                                      </p:tavLst>
                                    </p:anim>
                                    <p:anim calcmode="lin" valueType="num">
                                      <p:cBhvr additive="base">
                                        <p:cTn id="11" dur="500" fill="hold"/>
                                        <p:tgtEl>
                                          <p:spTgt spid="5"/>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1+#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1+#ppt_w/2"/>
                                          </p:val>
                                        </p:tav>
                                        <p:tav tm="100000">
                                          <p:val>
                                            <p:strVal val="#ppt_x"/>
                                          </p:val>
                                        </p:tav>
                                      </p:tavLst>
                                    </p:anim>
                                    <p:anim calcmode="lin" valueType="num">
                                      <p:cBhvr additive="base">
                                        <p:cTn id="27"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P spid="6"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AA1DBC-DC7A-F06B-4E3F-3D044BE9A8B2}"/>
              </a:ext>
            </a:extLst>
          </p:cNvPr>
          <p:cNvSpPr>
            <a:spLocks noGrp="1"/>
          </p:cNvSpPr>
          <p:nvPr>
            <p:ph idx="1"/>
          </p:nvPr>
        </p:nvSpPr>
        <p:spPr>
          <a:xfrm>
            <a:off x="838199" y="1274208"/>
            <a:ext cx="10648950" cy="581025"/>
          </a:xfrm>
        </p:spPr>
        <p:txBody>
          <a:bodyPr/>
          <a:lstStyle/>
          <a:p>
            <a:r>
              <a:rPr lang="vi-VN" b="1" dirty="0">
                <a:latin typeface="+mj-lt"/>
              </a:rPr>
              <a:t>Kiểm soát kỹ lưỡng chất lượng đầu vào, đầu ra</a:t>
            </a:r>
            <a:endParaRPr lang="en-US" dirty="0"/>
          </a:p>
        </p:txBody>
      </p:sp>
      <p:sp>
        <p:nvSpPr>
          <p:cNvPr id="4" name="Title 1">
            <a:extLst>
              <a:ext uri="{FF2B5EF4-FFF2-40B4-BE49-F238E27FC236}">
                <a16:creationId xmlns:a16="http://schemas.microsoft.com/office/drawing/2014/main" id="{D553CAB3-AC5C-AD43-C5FE-D902B19542E6}"/>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SAP</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1585813A-C85B-C3CB-7DF0-15ADE545DBEF}"/>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2.Mục đích sử dụng</a:t>
            </a:r>
            <a:endParaRPr lang="en-US" b="1" dirty="0">
              <a:latin typeface="+mj-lt"/>
            </a:endParaRPr>
          </a:p>
        </p:txBody>
      </p:sp>
      <p:sp>
        <p:nvSpPr>
          <p:cNvPr id="6" name="TextBox 5">
            <a:extLst>
              <a:ext uri="{FF2B5EF4-FFF2-40B4-BE49-F238E27FC236}">
                <a16:creationId xmlns:a16="http://schemas.microsoft.com/office/drawing/2014/main" id="{528B312D-2E88-D938-D8F4-BB09E533DFA7}"/>
              </a:ext>
            </a:extLst>
          </p:cNvPr>
          <p:cNvSpPr txBox="1"/>
          <p:nvPr/>
        </p:nvSpPr>
        <p:spPr>
          <a:xfrm>
            <a:off x="968829" y="1748314"/>
            <a:ext cx="9927771" cy="646331"/>
          </a:xfrm>
          <a:prstGeom prst="rect">
            <a:avLst/>
          </a:prstGeom>
          <a:noFill/>
        </p:spPr>
        <p:txBody>
          <a:bodyPr wrap="square" rtlCol="0">
            <a:spAutoFit/>
          </a:bodyPr>
          <a:lstStyle/>
          <a:p>
            <a:r>
              <a:rPr lang="vi-VN" sz="1800" dirty="0">
                <a:solidFill>
                  <a:srgbClr val="1D2742"/>
                </a:solidFill>
                <a:effectLst/>
                <a:latin typeface="+mj-lt"/>
                <a:ea typeface="Times New Roman" panose="02020603050405020304" pitchFamily="18" charset="0"/>
              </a:rPr>
              <a:t>SAP cho phép doanh nghiệp lựa chọn nhà cung cấp và kiểm soát chất lượng nguyên vật liệu. </a:t>
            </a:r>
          </a:p>
          <a:p>
            <a:r>
              <a:rPr lang="vi-VN" sz="1800" dirty="0">
                <a:solidFill>
                  <a:srgbClr val="1D2742"/>
                </a:solidFill>
                <a:effectLst/>
                <a:latin typeface="+mj-lt"/>
                <a:ea typeface="Times New Roman" panose="02020603050405020304" pitchFamily="18" charset="0"/>
              </a:rPr>
              <a:t>Tính năng này giúp giải quyết các vấn đề về thiếu hụt, lỗi hàng hóa một cách nhanh chóng và chính xác.</a:t>
            </a:r>
            <a:endParaRPr lang="en-US" dirty="0"/>
          </a:p>
        </p:txBody>
      </p:sp>
      <p:sp>
        <p:nvSpPr>
          <p:cNvPr id="9" name="Content Placeholder 2">
            <a:extLst>
              <a:ext uri="{FF2B5EF4-FFF2-40B4-BE49-F238E27FC236}">
                <a16:creationId xmlns:a16="http://schemas.microsoft.com/office/drawing/2014/main" id="{C8FFC74E-34A9-EB78-0043-75470833F49B}"/>
              </a:ext>
            </a:extLst>
          </p:cNvPr>
          <p:cNvSpPr txBox="1">
            <a:spLocks/>
          </p:cNvSpPr>
          <p:nvPr/>
        </p:nvSpPr>
        <p:spPr>
          <a:xfrm>
            <a:off x="968829" y="2558721"/>
            <a:ext cx="10648950" cy="581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b="1" dirty="0">
                <a:latin typeface="+mj-lt"/>
              </a:rPr>
              <a:t>Tính chi phí sản phẩm chính xác</a:t>
            </a:r>
            <a:endParaRPr lang="en-US" dirty="0"/>
          </a:p>
        </p:txBody>
      </p:sp>
      <p:sp>
        <p:nvSpPr>
          <p:cNvPr id="10" name="TextBox 9">
            <a:extLst>
              <a:ext uri="{FF2B5EF4-FFF2-40B4-BE49-F238E27FC236}">
                <a16:creationId xmlns:a16="http://schemas.microsoft.com/office/drawing/2014/main" id="{459AEF0E-64C4-C561-8768-6BD11191C6BB}"/>
              </a:ext>
            </a:extLst>
          </p:cNvPr>
          <p:cNvSpPr txBox="1"/>
          <p:nvPr/>
        </p:nvSpPr>
        <p:spPr>
          <a:xfrm>
            <a:off x="1099459" y="3032827"/>
            <a:ext cx="9927771" cy="1200329"/>
          </a:xfrm>
          <a:prstGeom prst="rect">
            <a:avLst/>
          </a:prstGeom>
          <a:noFill/>
        </p:spPr>
        <p:txBody>
          <a:bodyPr wrap="square" rtlCol="0">
            <a:spAutoFit/>
          </a:bodyPr>
          <a:lstStyle/>
          <a:p>
            <a:r>
              <a:rPr lang="vi-VN" sz="1800" dirty="0">
                <a:solidFill>
                  <a:srgbClr val="1D2742"/>
                </a:solidFill>
                <a:effectLst/>
                <a:latin typeface="+mj-lt"/>
                <a:ea typeface="Times New Roman" panose="02020603050405020304" pitchFamily="18" charset="0"/>
              </a:rPr>
              <a:t>SAP trong sản xuất sở hữu khả năng hệ thống hóa các thông tin như BOM và có khả năng tính toán chi phí sản xuất một sản phẩm dựa trên giá nguyên vật liệu, nhân công và cơ sở vật chất. </a:t>
            </a:r>
          </a:p>
          <a:p>
            <a:r>
              <a:rPr lang="vi-VN" sz="1800" dirty="0">
                <a:solidFill>
                  <a:srgbClr val="1D2742"/>
                </a:solidFill>
                <a:effectLst/>
                <a:latin typeface="+mj-lt"/>
                <a:ea typeface="Times New Roman" panose="02020603050405020304" pitchFamily="18" charset="0"/>
              </a:rPr>
              <a:t>Từ đó, doanh nghiệp xác định được lợi nhuận và giá thành sản phẩm chính xác, hỗ trợ quyết định kinh doanh và mở rộng quy mô.</a:t>
            </a:r>
            <a:endParaRPr lang="en-US" dirty="0"/>
          </a:p>
        </p:txBody>
      </p:sp>
      <p:sp>
        <p:nvSpPr>
          <p:cNvPr id="2" name="Content Placeholder 2">
            <a:extLst>
              <a:ext uri="{FF2B5EF4-FFF2-40B4-BE49-F238E27FC236}">
                <a16:creationId xmlns:a16="http://schemas.microsoft.com/office/drawing/2014/main" id="{AEE9A421-2AB7-E2DD-64BA-5DF96FC9599A}"/>
              </a:ext>
            </a:extLst>
          </p:cNvPr>
          <p:cNvSpPr txBox="1">
            <a:spLocks/>
          </p:cNvSpPr>
          <p:nvPr/>
        </p:nvSpPr>
        <p:spPr>
          <a:xfrm>
            <a:off x="968829" y="4193710"/>
            <a:ext cx="10648950" cy="581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b="1" dirty="0">
                <a:latin typeface="+mj-lt"/>
              </a:rPr>
              <a:t>Nắm được tình hình sản xuất nhanh chóng</a:t>
            </a:r>
            <a:endParaRPr lang="en-US" dirty="0"/>
          </a:p>
        </p:txBody>
      </p:sp>
      <p:sp>
        <p:nvSpPr>
          <p:cNvPr id="7" name="TextBox 6">
            <a:extLst>
              <a:ext uri="{FF2B5EF4-FFF2-40B4-BE49-F238E27FC236}">
                <a16:creationId xmlns:a16="http://schemas.microsoft.com/office/drawing/2014/main" id="{0BC7CB2C-1124-F3AF-F7CF-91C2A30CDAEB}"/>
              </a:ext>
            </a:extLst>
          </p:cNvPr>
          <p:cNvSpPr txBox="1"/>
          <p:nvPr/>
        </p:nvSpPr>
        <p:spPr>
          <a:xfrm>
            <a:off x="1099459" y="4667816"/>
            <a:ext cx="9927771" cy="1200329"/>
          </a:xfrm>
          <a:prstGeom prst="rect">
            <a:avLst/>
          </a:prstGeom>
          <a:noFill/>
        </p:spPr>
        <p:txBody>
          <a:bodyPr wrap="square" rtlCol="0">
            <a:spAutoFit/>
          </a:bodyPr>
          <a:lstStyle/>
          <a:p>
            <a:r>
              <a:rPr lang="vi-VN" sz="1800" dirty="0">
                <a:solidFill>
                  <a:srgbClr val="1D2742"/>
                </a:solidFill>
                <a:effectLst/>
                <a:latin typeface="+mj-lt"/>
                <a:ea typeface="Times New Roman" panose="02020603050405020304" pitchFamily="18" charset="0"/>
              </a:rPr>
              <a:t>Hệ thống SAP trong lĩnh vực sản xuất cung cấp khả năng truy cập báo cáo và dữ liệu được cập nhật liên tục trên các thiết bị di động thông qua dữ liệu đám mây của hệ thống. </a:t>
            </a:r>
          </a:p>
          <a:p>
            <a:r>
              <a:rPr lang="vi-VN" sz="1800" dirty="0">
                <a:solidFill>
                  <a:srgbClr val="1D2742"/>
                </a:solidFill>
                <a:effectLst/>
                <a:latin typeface="+mj-lt"/>
                <a:ea typeface="Times New Roman" panose="02020603050405020304" pitchFamily="18" charset="0"/>
              </a:rPr>
              <a:t>Nhờ tính linh hoạt, chỉ cần kết nối Internet, những người quản lý có thể đưa ra điều chỉnh kịp thời dựa trên tiến độ công việc, hoàn thành đơn hàng, vận chuyển.</a:t>
            </a:r>
            <a:endParaRPr lang="en-US" dirty="0"/>
          </a:p>
        </p:txBody>
      </p:sp>
      <p:sp>
        <p:nvSpPr>
          <p:cNvPr id="8" name="Slide Number Placeholder 7">
            <a:extLst>
              <a:ext uri="{FF2B5EF4-FFF2-40B4-BE49-F238E27FC236}">
                <a16:creationId xmlns:a16="http://schemas.microsoft.com/office/drawing/2014/main" id="{38BE97AB-C823-1CC4-B4A2-1C865FF0F50C}"/>
              </a:ext>
            </a:extLst>
          </p:cNvPr>
          <p:cNvSpPr>
            <a:spLocks noGrp="1"/>
          </p:cNvSpPr>
          <p:nvPr>
            <p:ph type="sldNum" sz="quarter" idx="12"/>
          </p:nvPr>
        </p:nvSpPr>
        <p:spPr/>
        <p:txBody>
          <a:bodyPr/>
          <a:lstStyle/>
          <a:p>
            <a:fld id="{A826A215-A5F0-48E6-BDB0-DB2528564D1C}" type="slidenum">
              <a:rPr lang="en-US" smtClean="0"/>
              <a:t>7</a:t>
            </a:fld>
            <a:endParaRPr lang="en-US"/>
          </a:p>
        </p:txBody>
      </p:sp>
    </p:spTree>
    <p:extLst>
      <p:ext uri="{BB962C8B-B14F-4D97-AF65-F5344CB8AC3E}">
        <p14:creationId xmlns:p14="http://schemas.microsoft.com/office/powerpoint/2010/main" val="1287638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1+#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1+#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additive="base">
                                        <p:cTn id="41" dur="500" fill="hold"/>
                                        <p:tgtEl>
                                          <p:spTgt spid="7"/>
                                        </p:tgtEl>
                                        <p:attrNameLst>
                                          <p:attrName>ppt_x</p:attrName>
                                        </p:attrNameLst>
                                      </p:cBhvr>
                                      <p:tavLst>
                                        <p:tav tm="0">
                                          <p:val>
                                            <p:strVal val="1+#ppt_w/2"/>
                                          </p:val>
                                        </p:tav>
                                        <p:tav tm="100000">
                                          <p:val>
                                            <p:strVal val="#ppt_x"/>
                                          </p:val>
                                        </p:tav>
                                      </p:tavLst>
                                    </p:anim>
                                    <p:anim calcmode="lin" valueType="num">
                                      <p:cBhvr additive="base">
                                        <p:cTn id="4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P spid="6" grpId="0"/>
      <p:bldP spid="9" grpId="0"/>
      <p:bldP spid="10" grpId="0"/>
      <p:bldP spid="2"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553CAB3-AC5C-AD43-C5FE-D902B19542E6}"/>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SAP</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1585813A-C85B-C3CB-7DF0-15ADE545DBEF}"/>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graphicFrame>
        <p:nvGraphicFramePr>
          <p:cNvPr id="12" name="Diagram 11">
            <a:extLst>
              <a:ext uri="{FF2B5EF4-FFF2-40B4-BE49-F238E27FC236}">
                <a16:creationId xmlns:a16="http://schemas.microsoft.com/office/drawing/2014/main" id="{32358974-C4D6-F3E6-C7C9-E0865F0A6768}"/>
              </a:ext>
            </a:extLst>
          </p:cNvPr>
          <p:cNvGraphicFramePr/>
          <p:nvPr>
            <p:extLst>
              <p:ext uri="{D42A27DB-BD31-4B8C-83A1-F6EECF244321}">
                <p14:modId xmlns:p14="http://schemas.microsoft.com/office/powerpoint/2010/main" val="1475724907"/>
              </p:ext>
            </p:extLst>
          </p:nvPr>
        </p:nvGraphicFramePr>
        <p:xfrm>
          <a:off x="2260601" y="1600199"/>
          <a:ext cx="9082313" cy="42672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7" name="Group 16">
            <a:extLst>
              <a:ext uri="{FF2B5EF4-FFF2-40B4-BE49-F238E27FC236}">
                <a16:creationId xmlns:a16="http://schemas.microsoft.com/office/drawing/2014/main" id="{38B91930-5A94-BAFF-232D-68C326E1FCA0}"/>
              </a:ext>
            </a:extLst>
          </p:cNvPr>
          <p:cNvGrpSpPr/>
          <p:nvPr/>
        </p:nvGrpSpPr>
        <p:grpSpPr>
          <a:xfrm>
            <a:off x="648379" y="4878161"/>
            <a:ext cx="1115107" cy="989239"/>
            <a:chOff x="648379" y="4878161"/>
            <a:chExt cx="1266825" cy="1190624"/>
          </a:xfrm>
        </p:grpSpPr>
        <p:pic>
          <p:nvPicPr>
            <p:cNvPr id="15" name="Picture 14" descr="A blue and white gear&#10;&#10;Description automatically generated">
              <a:extLst>
                <a:ext uri="{FF2B5EF4-FFF2-40B4-BE49-F238E27FC236}">
                  <a16:creationId xmlns:a16="http://schemas.microsoft.com/office/drawing/2014/main" id="{3A2C2DCB-77B7-B6E0-722D-03A01A5239A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5465" y="4878161"/>
              <a:ext cx="1179739" cy="117973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16" name="TextBox 15">
              <a:extLst>
                <a:ext uri="{FF2B5EF4-FFF2-40B4-BE49-F238E27FC236}">
                  <a16:creationId xmlns:a16="http://schemas.microsoft.com/office/drawing/2014/main" id="{2FA21F51-C035-D17E-FB96-8BACD062FE86}"/>
                </a:ext>
              </a:extLst>
            </p:cNvPr>
            <p:cNvSpPr txBox="1"/>
            <p:nvPr/>
          </p:nvSpPr>
          <p:spPr>
            <a:xfrm>
              <a:off x="648379" y="5699453"/>
              <a:ext cx="1179738" cy="369332"/>
            </a:xfrm>
            <a:prstGeom prst="rect">
              <a:avLst/>
            </a:prstGeom>
            <a:noFill/>
          </p:spPr>
          <p:txBody>
            <a:bodyPr wrap="square" rtlCol="0">
              <a:spAutoFit/>
            </a:bodyPr>
            <a:lstStyle/>
            <a:p>
              <a:r>
                <a:rPr lang="vi-VN" dirty="0">
                  <a:ln w="0"/>
                  <a:solidFill>
                    <a:schemeClr val="accent1"/>
                  </a:solidFill>
                  <a:effectLst>
                    <a:outerShdw blurRad="38100" dist="25400" dir="5400000" algn="ctr" rotWithShape="0">
                      <a:srgbClr val="6E747A">
                        <a:alpha val="43000"/>
                      </a:srgbClr>
                    </a:outerShdw>
                  </a:effectLst>
                  <a:latin typeface="+mj-lt"/>
                </a:rPr>
                <a:t>Function</a:t>
              </a:r>
              <a:endParaRPr lang="en-US" dirty="0">
                <a:ln w="0"/>
                <a:solidFill>
                  <a:schemeClr val="accent1"/>
                </a:solidFill>
                <a:effectLst>
                  <a:outerShdw blurRad="38100" dist="25400" dir="5400000" algn="ctr" rotWithShape="0">
                    <a:srgbClr val="6E747A">
                      <a:alpha val="43000"/>
                    </a:srgbClr>
                  </a:outerShdw>
                </a:effectLst>
                <a:latin typeface="+mj-lt"/>
              </a:endParaRPr>
            </a:p>
          </p:txBody>
        </p:sp>
      </p:grpSp>
      <p:sp>
        <p:nvSpPr>
          <p:cNvPr id="2" name="Slide Number Placeholder 1">
            <a:extLst>
              <a:ext uri="{FF2B5EF4-FFF2-40B4-BE49-F238E27FC236}">
                <a16:creationId xmlns:a16="http://schemas.microsoft.com/office/drawing/2014/main" id="{4DF738E8-1CC9-58F1-6D67-E7757C86288C}"/>
              </a:ext>
            </a:extLst>
          </p:cNvPr>
          <p:cNvSpPr>
            <a:spLocks noGrp="1"/>
          </p:cNvSpPr>
          <p:nvPr>
            <p:ph type="sldNum" sz="quarter" idx="12"/>
          </p:nvPr>
        </p:nvSpPr>
        <p:spPr/>
        <p:txBody>
          <a:bodyPr/>
          <a:lstStyle/>
          <a:p>
            <a:fld id="{A826A215-A5F0-48E6-BDB0-DB2528564D1C}" type="slidenum">
              <a:rPr lang="en-US" smtClean="0"/>
              <a:t>8</a:t>
            </a:fld>
            <a:endParaRPr lang="en-US"/>
          </a:p>
        </p:txBody>
      </p:sp>
    </p:spTree>
    <p:extLst>
      <p:ext uri="{BB962C8B-B14F-4D97-AF65-F5344CB8AC3E}">
        <p14:creationId xmlns:p14="http://schemas.microsoft.com/office/powerpoint/2010/main" val="173496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2" presetClass="entr" presetSubtype="4"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 calcmode="lin" valueType="num">
                                      <p:cBhvr additive="base">
                                        <p:cTn id="10" dur="500" fill="hold"/>
                                        <p:tgtEl>
                                          <p:spTgt spid="17"/>
                                        </p:tgtEl>
                                        <p:attrNameLst>
                                          <p:attrName>ppt_x</p:attrName>
                                        </p:attrNameLst>
                                      </p:cBhvr>
                                      <p:tavLst>
                                        <p:tav tm="0">
                                          <p:val>
                                            <p:strVal val="#ppt_x"/>
                                          </p:val>
                                        </p:tav>
                                        <p:tav tm="100000">
                                          <p:val>
                                            <p:strVal val="#ppt_x"/>
                                          </p:val>
                                        </p:tav>
                                      </p:tavLst>
                                    </p:anim>
                                    <p:anim calcmode="lin" valueType="num">
                                      <p:cBhvr additive="base">
                                        <p:cTn id="11" dur="500" fill="hold"/>
                                        <p:tgtEl>
                                          <p:spTgt spid="17"/>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par>
                                <p:cTn id="16" presetID="6" presetClass="entr" presetSubtype="16"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circle(in)">
                                      <p:cBhvr>
                                        <p:cTn id="18"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Graphic spid="12"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21B91-5F66-4F93-F3A2-3ACC4198A2B4}"/>
              </a:ext>
            </a:extLst>
          </p:cNvPr>
          <p:cNvSpPr>
            <a:spLocks noGrp="1"/>
          </p:cNvSpPr>
          <p:nvPr>
            <p:ph idx="1"/>
          </p:nvPr>
        </p:nvSpPr>
        <p:spPr>
          <a:xfrm>
            <a:off x="944336" y="1459944"/>
            <a:ext cx="10515600" cy="581025"/>
          </a:xfrm>
        </p:spPr>
        <p:txBody>
          <a:bodyPr>
            <a:normAutofit/>
          </a:bodyPr>
          <a:lstStyle/>
          <a:p>
            <a:r>
              <a:rPr lang="en-US" sz="2400" b="1" dirty="0" err="1"/>
              <a:t>Quản</a:t>
            </a:r>
            <a:r>
              <a:rPr lang="en-US" sz="2400" b="1" dirty="0"/>
              <a:t> </a:t>
            </a:r>
            <a:r>
              <a:rPr lang="en-US" sz="2400" b="1" dirty="0" err="1"/>
              <a:t>lý</a:t>
            </a:r>
            <a:r>
              <a:rPr lang="en-US" sz="2400" b="1" dirty="0"/>
              <a:t> </a:t>
            </a:r>
            <a:r>
              <a:rPr lang="en-US" sz="2400" b="1" dirty="0" err="1"/>
              <a:t>bán</a:t>
            </a:r>
            <a:r>
              <a:rPr lang="en-US" sz="2400" b="1" dirty="0"/>
              <a:t> </a:t>
            </a:r>
            <a:r>
              <a:rPr lang="en-US" sz="2400" b="1" dirty="0" err="1"/>
              <a:t>hàng</a:t>
            </a:r>
            <a:endParaRPr lang="en-US" sz="2400" b="1" dirty="0"/>
          </a:p>
        </p:txBody>
      </p:sp>
      <p:sp>
        <p:nvSpPr>
          <p:cNvPr id="4" name="Title 1">
            <a:extLst>
              <a:ext uri="{FF2B5EF4-FFF2-40B4-BE49-F238E27FC236}">
                <a16:creationId xmlns:a16="http://schemas.microsoft.com/office/drawing/2014/main" id="{92176D29-7FB6-4482-D0E8-2E7E3B9BF5DC}"/>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SAP</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562F7677-B07C-EE15-D571-50DA37DF39CC}"/>
              </a:ext>
            </a:extLst>
          </p:cNvPr>
          <p:cNvSpPr txBox="1"/>
          <p:nvPr/>
        </p:nvSpPr>
        <p:spPr>
          <a:xfrm>
            <a:off x="838198" y="84451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sp>
        <p:nvSpPr>
          <p:cNvPr id="6" name="TextBox 5">
            <a:extLst>
              <a:ext uri="{FF2B5EF4-FFF2-40B4-BE49-F238E27FC236}">
                <a16:creationId xmlns:a16="http://schemas.microsoft.com/office/drawing/2014/main" id="{13C4CA04-0414-4120-B287-E3C3EDF181F1}"/>
              </a:ext>
            </a:extLst>
          </p:cNvPr>
          <p:cNvSpPr txBox="1"/>
          <p:nvPr/>
        </p:nvSpPr>
        <p:spPr>
          <a:xfrm>
            <a:off x="1064079" y="2040969"/>
            <a:ext cx="10515600" cy="1200329"/>
          </a:xfrm>
          <a:prstGeom prst="rect">
            <a:avLst/>
          </a:prstGeom>
          <a:noFill/>
        </p:spPr>
        <p:txBody>
          <a:bodyPr wrap="square" rtlCol="0">
            <a:spAutoFit/>
          </a:bodyPr>
          <a:lstStyle/>
          <a:p>
            <a:r>
              <a:rPr lang="vi-VN" sz="1800" kern="100" dirty="0">
                <a:effectLst/>
                <a:latin typeface="+mj-lt"/>
                <a:ea typeface="Malgun Gothic" panose="020B0503020000020004" pitchFamily="34" charset="-127"/>
                <a:cs typeface="Times New Roman" panose="02020603050405020304" pitchFamily="18" charset="0"/>
              </a:rPr>
              <a:t>SAP giúp doanh nghiệp theo dõi chặt chẽ quy trình bán hàng, thống kê dữ liệu để phân tích doanh thu và tính lợi nhuận. </a:t>
            </a:r>
          </a:p>
          <a:p>
            <a:r>
              <a:rPr lang="vi-VN" sz="1800" kern="100" dirty="0">
                <a:effectLst/>
                <a:latin typeface="+mj-lt"/>
                <a:ea typeface="Malgun Gothic" panose="020B0503020000020004" pitchFamily="34" charset="-127"/>
                <a:cs typeface="Times New Roman" panose="02020603050405020304" pitchFamily="18" charset="0"/>
              </a:rPr>
              <a:t>Phần mềm còn giúp doanh nghiệp nắm bắt được thông tin của khách hàng, từ vị trí địa lý, tâm lý đến hành vi tiêu dùng.</a:t>
            </a:r>
            <a:endParaRPr lang="en-US" dirty="0">
              <a:latin typeface="+mj-lt"/>
            </a:endParaRPr>
          </a:p>
        </p:txBody>
      </p:sp>
      <p:sp>
        <p:nvSpPr>
          <p:cNvPr id="7" name="Content Placeholder 2">
            <a:extLst>
              <a:ext uri="{FF2B5EF4-FFF2-40B4-BE49-F238E27FC236}">
                <a16:creationId xmlns:a16="http://schemas.microsoft.com/office/drawing/2014/main" id="{8F23095B-F25E-53C2-7B01-64A385F1E661}"/>
              </a:ext>
            </a:extLst>
          </p:cNvPr>
          <p:cNvSpPr txBox="1">
            <a:spLocks/>
          </p:cNvSpPr>
          <p:nvPr/>
        </p:nvSpPr>
        <p:spPr>
          <a:xfrm>
            <a:off x="1000125" y="4002347"/>
            <a:ext cx="10515600" cy="581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err="1"/>
              <a:t>Quản</a:t>
            </a:r>
            <a:r>
              <a:rPr lang="en-US" sz="2400" b="1" dirty="0"/>
              <a:t> </a:t>
            </a:r>
            <a:r>
              <a:rPr lang="en-US" sz="2400" b="1" dirty="0" err="1"/>
              <a:t>lý</a:t>
            </a:r>
            <a:r>
              <a:rPr lang="en-US" sz="2400" b="1" dirty="0"/>
              <a:t> </a:t>
            </a:r>
            <a:r>
              <a:rPr lang="vi-VN" sz="2400" b="1" dirty="0"/>
              <a:t>mua hàng</a:t>
            </a:r>
            <a:endParaRPr lang="en-US" sz="2400" b="1" dirty="0"/>
          </a:p>
        </p:txBody>
      </p:sp>
      <p:sp>
        <p:nvSpPr>
          <p:cNvPr id="8" name="TextBox 7">
            <a:extLst>
              <a:ext uri="{FF2B5EF4-FFF2-40B4-BE49-F238E27FC236}">
                <a16:creationId xmlns:a16="http://schemas.microsoft.com/office/drawing/2014/main" id="{DEECB9C2-9461-9136-A5C6-06658BAB17AA}"/>
              </a:ext>
            </a:extLst>
          </p:cNvPr>
          <p:cNvSpPr txBox="1"/>
          <p:nvPr/>
        </p:nvSpPr>
        <p:spPr>
          <a:xfrm>
            <a:off x="1119868" y="4583372"/>
            <a:ext cx="10515600" cy="646331"/>
          </a:xfrm>
          <a:prstGeom prst="rect">
            <a:avLst/>
          </a:prstGeom>
          <a:noFill/>
        </p:spPr>
        <p:txBody>
          <a:bodyPr wrap="square" rtlCol="0">
            <a:spAutoFit/>
          </a:bodyPr>
          <a:lstStyle/>
          <a:p>
            <a:r>
              <a:rPr lang="vi-VN" sz="1800" kern="100" dirty="0">
                <a:effectLst/>
                <a:latin typeface="+mj-lt"/>
                <a:ea typeface="Malgun Gothic" panose="020B0503020000020004" pitchFamily="34" charset="-127"/>
                <a:cs typeface="Times New Roman" panose="02020603050405020304" pitchFamily="18" charset="0"/>
              </a:rPr>
              <a:t>Phần mềm này tối ưu hóa mối quan hệ giữa doanh nghiệp và nhà cung cấp, đồng thời quản lý hiệu quả các đơn đặt hàng và lưu thông hàng hóa.</a:t>
            </a:r>
            <a:endParaRPr lang="en-US" dirty="0">
              <a:latin typeface="+mj-lt"/>
            </a:endParaRPr>
          </a:p>
        </p:txBody>
      </p:sp>
      <p:sp>
        <p:nvSpPr>
          <p:cNvPr id="2" name="Slide Number Placeholder 1">
            <a:extLst>
              <a:ext uri="{FF2B5EF4-FFF2-40B4-BE49-F238E27FC236}">
                <a16:creationId xmlns:a16="http://schemas.microsoft.com/office/drawing/2014/main" id="{FAE65B94-A108-D6E8-31EC-2880ACBE021F}"/>
              </a:ext>
            </a:extLst>
          </p:cNvPr>
          <p:cNvSpPr>
            <a:spLocks noGrp="1"/>
          </p:cNvSpPr>
          <p:nvPr>
            <p:ph type="sldNum" sz="quarter" idx="12"/>
          </p:nvPr>
        </p:nvSpPr>
        <p:spPr/>
        <p:txBody>
          <a:bodyPr/>
          <a:lstStyle/>
          <a:p>
            <a:fld id="{A826A215-A5F0-48E6-BDB0-DB2528564D1C}" type="slidenum">
              <a:rPr lang="en-US" smtClean="0"/>
              <a:t>9</a:t>
            </a:fld>
            <a:endParaRPr lang="en-US"/>
          </a:p>
        </p:txBody>
      </p:sp>
    </p:spTree>
    <p:extLst>
      <p:ext uri="{BB962C8B-B14F-4D97-AF65-F5344CB8AC3E}">
        <p14:creationId xmlns:p14="http://schemas.microsoft.com/office/powerpoint/2010/main" val="1773728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 calcmode="lin" valueType="num">
                                      <p:cBhvr additive="base">
                                        <p:cTn id="1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0" end="0"/>
                                            </p:txEl>
                                          </p:spTgt>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1+#ppt_w/2"/>
                                          </p:val>
                                        </p:tav>
                                        <p:tav tm="100000">
                                          <p:val>
                                            <p:strVal val="#ppt_x"/>
                                          </p:val>
                                        </p:tav>
                                      </p:tavLst>
                                    </p:anim>
                                    <p:anim calcmode="lin" valueType="num">
                                      <p:cBhvr additive="base">
                                        <p:cTn id="29" dur="500" fill="hold"/>
                                        <p:tgtEl>
                                          <p:spTgt spid="6"/>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1+#ppt_w/2"/>
                                          </p:val>
                                        </p:tav>
                                        <p:tav tm="100000">
                                          <p:val>
                                            <p:strVal val="#ppt_x"/>
                                          </p:val>
                                        </p:tav>
                                      </p:tavLst>
                                    </p:anim>
                                    <p:anim calcmode="lin" valueType="num">
                                      <p:cBhvr additive="base">
                                        <p:cTn id="33"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P spid="6"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21B91-5F66-4F93-F3A2-3ACC4198A2B4}"/>
              </a:ext>
            </a:extLst>
          </p:cNvPr>
          <p:cNvSpPr>
            <a:spLocks noGrp="1"/>
          </p:cNvSpPr>
          <p:nvPr>
            <p:ph idx="1"/>
          </p:nvPr>
        </p:nvSpPr>
        <p:spPr>
          <a:xfrm>
            <a:off x="838200" y="1203167"/>
            <a:ext cx="10515600" cy="581025"/>
          </a:xfrm>
        </p:spPr>
        <p:txBody>
          <a:bodyPr>
            <a:normAutofit/>
          </a:bodyPr>
          <a:lstStyle/>
          <a:p>
            <a:r>
              <a:rPr lang="en-US" sz="2400" b="1" dirty="0" err="1"/>
              <a:t>Quản</a:t>
            </a:r>
            <a:r>
              <a:rPr lang="en-US" sz="2400" b="1" dirty="0"/>
              <a:t> </a:t>
            </a:r>
            <a:r>
              <a:rPr lang="en-US" sz="2400" b="1" dirty="0" err="1"/>
              <a:t>lý</a:t>
            </a:r>
            <a:r>
              <a:rPr lang="en-US" sz="2400" b="1" dirty="0"/>
              <a:t> </a:t>
            </a:r>
            <a:r>
              <a:rPr lang="vi-VN" sz="2400" b="1" dirty="0"/>
              <a:t>kho</a:t>
            </a:r>
            <a:endParaRPr lang="en-US" sz="2400" b="1" dirty="0"/>
          </a:p>
        </p:txBody>
      </p:sp>
      <p:sp>
        <p:nvSpPr>
          <p:cNvPr id="4" name="Title 1">
            <a:extLst>
              <a:ext uri="{FF2B5EF4-FFF2-40B4-BE49-F238E27FC236}">
                <a16:creationId xmlns:a16="http://schemas.microsoft.com/office/drawing/2014/main" id="{92176D29-7FB6-4482-D0E8-2E7E3B9BF5DC}"/>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SAP</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562F7677-B07C-EE15-D571-50DA37DF39CC}"/>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sp>
        <p:nvSpPr>
          <p:cNvPr id="6" name="TextBox 5">
            <a:extLst>
              <a:ext uri="{FF2B5EF4-FFF2-40B4-BE49-F238E27FC236}">
                <a16:creationId xmlns:a16="http://schemas.microsoft.com/office/drawing/2014/main" id="{13C4CA04-0414-4120-B287-E3C3EDF181F1}"/>
              </a:ext>
            </a:extLst>
          </p:cNvPr>
          <p:cNvSpPr txBox="1"/>
          <p:nvPr/>
        </p:nvSpPr>
        <p:spPr>
          <a:xfrm>
            <a:off x="957943" y="1784192"/>
            <a:ext cx="10515600" cy="646331"/>
          </a:xfrm>
          <a:prstGeom prst="rect">
            <a:avLst/>
          </a:prstGeom>
          <a:noFill/>
        </p:spPr>
        <p:txBody>
          <a:bodyPr wrap="square" rtlCol="0">
            <a:spAutoFit/>
          </a:bodyPr>
          <a:lstStyle/>
          <a:p>
            <a:r>
              <a:rPr lang="vi-VN" sz="1800" kern="100" dirty="0">
                <a:effectLst/>
                <a:latin typeface="+mj-lt"/>
                <a:ea typeface="Malgun Gothic" panose="020B0503020000020004" pitchFamily="34" charset="-127"/>
                <a:cs typeface="Times New Roman" panose="02020603050405020304" pitchFamily="18" charset="0"/>
              </a:rPr>
              <a:t>SAP giúp doanh nghiệp quản lý danh mục kho, theo dõi nhập/xuất/tồn kho theo từng mặt hàng, seri, từng kho, theo thời gian thực và theo từng thời điểm.</a:t>
            </a:r>
            <a:endParaRPr lang="en-US" dirty="0">
              <a:latin typeface="+mj-lt"/>
            </a:endParaRPr>
          </a:p>
        </p:txBody>
      </p:sp>
      <p:sp>
        <p:nvSpPr>
          <p:cNvPr id="7" name="Content Placeholder 2">
            <a:extLst>
              <a:ext uri="{FF2B5EF4-FFF2-40B4-BE49-F238E27FC236}">
                <a16:creationId xmlns:a16="http://schemas.microsoft.com/office/drawing/2014/main" id="{8F23095B-F25E-53C2-7B01-64A385F1E661}"/>
              </a:ext>
            </a:extLst>
          </p:cNvPr>
          <p:cNvSpPr txBox="1">
            <a:spLocks/>
          </p:cNvSpPr>
          <p:nvPr/>
        </p:nvSpPr>
        <p:spPr>
          <a:xfrm>
            <a:off x="851805" y="2598090"/>
            <a:ext cx="10515600" cy="581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err="1"/>
              <a:t>Quản</a:t>
            </a:r>
            <a:r>
              <a:rPr lang="en-US" sz="2400" b="1" dirty="0"/>
              <a:t> </a:t>
            </a:r>
            <a:r>
              <a:rPr lang="en-US" sz="2400" b="1" dirty="0" err="1"/>
              <a:t>lý</a:t>
            </a:r>
            <a:r>
              <a:rPr lang="en-US" sz="2400" b="1" dirty="0"/>
              <a:t> </a:t>
            </a:r>
            <a:r>
              <a:rPr lang="vi-VN" sz="2400" b="1" dirty="0"/>
              <a:t>sản xuất</a:t>
            </a:r>
            <a:endParaRPr lang="en-US" sz="2400" b="1" dirty="0"/>
          </a:p>
        </p:txBody>
      </p:sp>
      <p:sp>
        <p:nvSpPr>
          <p:cNvPr id="8" name="TextBox 7">
            <a:extLst>
              <a:ext uri="{FF2B5EF4-FFF2-40B4-BE49-F238E27FC236}">
                <a16:creationId xmlns:a16="http://schemas.microsoft.com/office/drawing/2014/main" id="{DEECB9C2-9461-9136-A5C6-06658BAB17AA}"/>
              </a:ext>
            </a:extLst>
          </p:cNvPr>
          <p:cNvSpPr txBox="1"/>
          <p:nvPr/>
        </p:nvSpPr>
        <p:spPr>
          <a:xfrm>
            <a:off x="971548" y="3179115"/>
            <a:ext cx="10515600" cy="923330"/>
          </a:xfrm>
          <a:prstGeom prst="rect">
            <a:avLst/>
          </a:prstGeom>
          <a:noFill/>
        </p:spPr>
        <p:txBody>
          <a:bodyPr wrap="square" rtlCol="0">
            <a:spAutoFit/>
          </a:bodyPr>
          <a:lstStyle/>
          <a:p>
            <a:r>
              <a:rPr lang="vi-VN" sz="1800" kern="100" dirty="0">
                <a:effectLst/>
                <a:latin typeface="+mj-lt"/>
                <a:ea typeface="Malgun Gothic" panose="020B0503020000020004" pitchFamily="34" charset="-127"/>
                <a:cs typeface="Times New Roman" panose="02020603050405020304" pitchFamily="18" charset="0"/>
              </a:rPr>
              <a:t>SAP ERP cung cấp giải pháp quản lý toàn diện cho các doanh nghiệp trong hoạt động sản xuất, bao gồm việc lập kế hoạch, giám sát quá trình sản xuất cũng như đảm bảo chất lượng và quản lý nguyên vật liệu một cách chặt chẽ và hiệu quả.</a:t>
            </a:r>
            <a:endParaRPr lang="en-US" dirty="0">
              <a:latin typeface="+mj-lt"/>
            </a:endParaRPr>
          </a:p>
        </p:txBody>
      </p:sp>
      <p:sp>
        <p:nvSpPr>
          <p:cNvPr id="2" name="Content Placeholder 2">
            <a:extLst>
              <a:ext uri="{FF2B5EF4-FFF2-40B4-BE49-F238E27FC236}">
                <a16:creationId xmlns:a16="http://schemas.microsoft.com/office/drawing/2014/main" id="{7FE98756-4B4C-BB28-B70B-DFBA757E675F}"/>
              </a:ext>
            </a:extLst>
          </p:cNvPr>
          <p:cNvSpPr txBox="1">
            <a:spLocks/>
          </p:cNvSpPr>
          <p:nvPr/>
        </p:nvSpPr>
        <p:spPr>
          <a:xfrm>
            <a:off x="851805" y="4552759"/>
            <a:ext cx="10515600" cy="581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err="1"/>
              <a:t>Quản</a:t>
            </a:r>
            <a:r>
              <a:rPr lang="en-US" sz="2400" b="1" dirty="0"/>
              <a:t> </a:t>
            </a:r>
            <a:r>
              <a:rPr lang="en-US" sz="2400" b="1" dirty="0" err="1"/>
              <a:t>lý</a:t>
            </a:r>
            <a:r>
              <a:rPr lang="en-US" sz="2400" b="1" dirty="0"/>
              <a:t> </a:t>
            </a:r>
            <a:r>
              <a:rPr lang="en-US" sz="2400" b="1" dirty="0" err="1"/>
              <a:t>tài</a:t>
            </a:r>
            <a:r>
              <a:rPr lang="en-US" sz="2400" b="1" dirty="0"/>
              <a:t> </a:t>
            </a:r>
            <a:r>
              <a:rPr lang="en-US" sz="2400" b="1" dirty="0" err="1"/>
              <a:t>chính</a:t>
            </a:r>
            <a:endParaRPr lang="en-US" sz="2400" b="1" dirty="0"/>
          </a:p>
        </p:txBody>
      </p:sp>
      <p:sp>
        <p:nvSpPr>
          <p:cNvPr id="9" name="TextBox 8">
            <a:extLst>
              <a:ext uri="{FF2B5EF4-FFF2-40B4-BE49-F238E27FC236}">
                <a16:creationId xmlns:a16="http://schemas.microsoft.com/office/drawing/2014/main" id="{9D02EAB5-1A8D-3EB8-D959-CC972996D23A}"/>
              </a:ext>
            </a:extLst>
          </p:cNvPr>
          <p:cNvSpPr txBox="1"/>
          <p:nvPr/>
        </p:nvSpPr>
        <p:spPr>
          <a:xfrm>
            <a:off x="971548" y="5133784"/>
            <a:ext cx="10515600" cy="646331"/>
          </a:xfrm>
          <a:prstGeom prst="rect">
            <a:avLst/>
          </a:prstGeom>
          <a:noFill/>
        </p:spPr>
        <p:txBody>
          <a:bodyPr wrap="square" rtlCol="0">
            <a:spAutoFit/>
          </a:bodyPr>
          <a:lstStyle/>
          <a:p>
            <a:r>
              <a:rPr lang="vi-VN" sz="1800" kern="100" dirty="0">
                <a:effectLst/>
                <a:latin typeface="+mj-lt"/>
                <a:ea typeface="Malgun Gothic" panose="020B0503020000020004" pitchFamily="34" charset="-127"/>
                <a:cs typeface="Times New Roman" panose="02020603050405020304" pitchFamily="18" charset="0"/>
              </a:rPr>
              <a:t>SAP ERP cung cấp công cụ quản lý tài chính toàn diện, từ ngân sách đến kế toán tổng hợp, các báo cáo chi tiết về hoạt động tài chính.</a:t>
            </a:r>
            <a:endParaRPr lang="en-US" dirty="0">
              <a:latin typeface="+mj-lt"/>
            </a:endParaRPr>
          </a:p>
        </p:txBody>
      </p:sp>
      <p:sp>
        <p:nvSpPr>
          <p:cNvPr id="10" name="Slide Number Placeholder 9">
            <a:extLst>
              <a:ext uri="{FF2B5EF4-FFF2-40B4-BE49-F238E27FC236}">
                <a16:creationId xmlns:a16="http://schemas.microsoft.com/office/drawing/2014/main" id="{DA54595F-E6EA-8AE0-55EF-78E47AEF52DF}"/>
              </a:ext>
            </a:extLst>
          </p:cNvPr>
          <p:cNvSpPr>
            <a:spLocks noGrp="1"/>
          </p:cNvSpPr>
          <p:nvPr>
            <p:ph type="sldNum" sz="quarter" idx="12"/>
          </p:nvPr>
        </p:nvSpPr>
        <p:spPr/>
        <p:txBody>
          <a:bodyPr/>
          <a:lstStyle/>
          <a:p>
            <a:fld id="{A826A215-A5F0-48E6-BDB0-DB2528564D1C}" type="slidenum">
              <a:rPr lang="en-US" smtClean="0"/>
              <a:t>10</a:t>
            </a:fld>
            <a:endParaRPr lang="en-US"/>
          </a:p>
        </p:txBody>
      </p:sp>
    </p:spTree>
    <p:extLst>
      <p:ext uri="{BB962C8B-B14F-4D97-AF65-F5344CB8AC3E}">
        <p14:creationId xmlns:p14="http://schemas.microsoft.com/office/powerpoint/2010/main" val="1049711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ppt_x</p:attrName>
                                        </p:attrNameLst>
                                      </p:cBhvr>
                                      <p:tavLst>
                                        <p:tav tm="0">
                                          <p:val>
                                            <p:strVal val="#ppt_x"/>
                                          </p:val>
                                        </p:tav>
                                        <p:tav tm="100000">
                                          <p:val>
                                            <p:strVal val="#ppt_x"/>
                                          </p:val>
                                        </p:tav>
                                      </p:tavLst>
                                    </p:anim>
                                    <p:anim calcmode="lin" valueType="num">
                                      <p:cBhvr additive="base">
                                        <p:cTn id="11" dur="500" fill="hold"/>
                                        <p:tgtEl>
                                          <p:spTgt spid="5"/>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1+#ppt_w/2"/>
                                          </p:val>
                                        </p:tav>
                                        <p:tav tm="100000">
                                          <p:val>
                                            <p:strVal val="#ppt_x"/>
                                          </p:val>
                                        </p:tav>
                                      </p:tavLst>
                                    </p:anim>
                                    <p:anim calcmode="lin" valueType="num">
                                      <p:cBhvr additive="base">
                                        <p:cTn id="27" dur="500" fill="hold"/>
                                        <p:tgtEl>
                                          <p:spTgt spid="6"/>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1+#ppt_w/2"/>
                                          </p:val>
                                        </p:tav>
                                        <p:tav tm="100000">
                                          <p:val>
                                            <p:strVal val="#ppt_x"/>
                                          </p:val>
                                        </p:tav>
                                      </p:tavLst>
                                    </p:anim>
                                    <p:anim calcmode="lin" valueType="num">
                                      <p:cBhvr additive="base">
                                        <p:cTn id="31" dur="500" fill="hold"/>
                                        <p:tgtEl>
                                          <p:spTgt spid="8"/>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1+#ppt_w/2"/>
                                          </p:val>
                                        </p:tav>
                                        <p:tav tm="100000">
                                          <p:val>
                                            <p:strVal val="#ppt_x"/>
                                          </p:val>
                                        </p:tav>
                                      </p:tavLst>
                                    </p:anim>
                                    <p:anim calcmode="lin" valueType="num">
                                      <p:cBhvr additive="base">
                                        <p:cTn id="35"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P spid="6" grpId="0"/>
      <p:bldP spid="7" grpId="0"/>
      <p:bldP spid="8" grpId="0"/>
      <p:bldP spid="2"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6E1A51-BC00-23E6-C28A-CC01FC660FDE}"/>
              </a:ext>
            </a:extLst>
          </p:cNvPr>
          <p:cNvSpPr>
            <a:spLocks noGrp="1"/>
          </p:cNvSpPr>
          <p:nvPr>
            <p:ph idx="1"/>
          </p:nvPr>
        </p:nvSpPr>
        <p:spPr>
          <a:xfrm>
            <a:off x="3548062" y="1888966"/>
            <a:ext cx="7827509" cy="3765867"/>
          </a:xfrm>
        </p:spPr>
        <p:txBody>
          <a:bodyPr>
            <a:normAutofit/>
          </a:bodyPr>
          <a:lstStyle/>
          <a:p>
            <a:pPr lvl="1">
              <a:lnSpc>
                <a:spcPct val="150000"/>
              </a:lnSpc>
              <a:buFont typeface="Wingdings" panose="05000000000000000000" pitchFamily="2" charset="2"/>
              <a:buChar char="ü"/>
            </a:pPr>
            <a:r>
              <a:rPr lang="en-US" dirty="0" err="1"/>
              <a:t>Lập</a:t>
            </a:r>
            <a:r>
              <a:rPr lang="en-US" dirty="0"/>
              <a:t> </a:t>
            </a:r>
            <a:r>
              <a:rPr lang="en-US" dirty="0" err="1"/>
              <a:t>kế</a:t>
            </a:r>
            <a:r>
              <a:rPr lang="en-US" dirty="0"/>
              <a:t> </a:t>
            </a:r>
            <a:r>
              <a:rPr lang="en-US" dirty="0" err="1"/>
              <a:t>hoạch</a:t>
            </a:r>
            <a:r>
              <a:rPr lang="en-US" dirty="0"/>
              <a:t> </a:t>
            </a:r>
            <a:r>
              <a:rPr lang="en-US" dirty="0" err="1"/>
              <a:t>sản</a:t>
            </a:r>
            <a:r>
              <a:rPr lang="en-US" dirty="0"/>
              <a:t> </a:t>
            </a:r>
            <a:r>
              <a:rPr lang="en-US" dirty="0" err="1"/>
              <a:t>xuất</a:t>
            </a:r>
            <a:r>
              <a:rPr lang="en-US" dirty="0"/>
              <a:t> (PP)</a:t>
            </a:r>
          </a:p>
          <a:p>
            <a:pPr lvl="1">
              <a:lnSpc>
                <a:spcPct val="150000"/>
              </a:lnSpc>
              <a:buFont typeface="Wingdings" panose="05000000000000000000" pitchFamily="2" charset="2"/>
              <a:buChar char="ü"/>
            </a:pPr>
            <a:r>
              <a:rPr lang="en-US" dirty="0" err="1"/>
              <a:t>Quản</a:t>
            </a:r>
            <a:r>
              <a:rPr lang="en-US" dirty="0"/>
              <a:t> </a:t>
            </a:r>
            <a:r>
              <a:rPr lang="en-US" dirty="0" err="1"/>
              <a:t>lý</a:t>
            </a:r>
            <a:r>
              <a:rPr lang="en-US" dirty="0"/>
              <a:t> </a:t>
            </a:r>
            <a:r>
              <a:rPr lang="en-US" dirty="0" err="1"/>
              <a:t>nguyên</a:t>
            </a:r>
            <a:r>
              <a:rPr lang="en-US" dirty="0"/>
              <a:t> </a:t>
            </a:r>
            <a:r>
              <a:rPr lang="en-US" dirty="0" err="1"/>
              <a:t>vật</a:t>
            </a:r>
            <a:r>
              <a:rPr lang="en-US" dirty="0"/>
              <a:t> </a:t>
            </a:r>
            <a:r>
              <a:rPr lang="en-US" dirty="0" err="1"/>
              <a:t>liệu</a:t>
            </a:r>
            <a:r>
              <a:rPr lang="en-US" dirty="0"/>
              <a:t> (MM)</a:t>
            </a:r>
          </a:p>
          <a:p>
            <a:pPr lvl="1">
              <a:lnSpc>
                <a:spcPct val="150000"/>
              </a:lnSpc>
              <a:buFont typeface="Wingdings" panose="05000000000000000000" pitchFamily="2" charset="2"/>
              <a:buChar char="ü"/>
            </a:pPr>
            <a:r>
              <a:rPr lang="en-US" dirty="0"/>
              <a:t>Bán </a:t>
            </a:r>
            <a:r>
              <a:rPr lang="en-US" dirty="0" err="1"/>
              <a:t>hàng</a:t>
            </a:r>
            <a:r>
              <a:rPr lang="en-US" dirty="0"/>
              <a:t> </a:t>
            </a:r>
            <a:r>
              <a:rPr lang="en-US" dirty="0" err="1"/>
              <a:t>và</a:t>
            </a:r>
            <a:r>
              <a:rPr lang="en-US" dirty="0"/>
              <a:t> </a:t>
            </a:r>
            <a:r>
              <a:rPr lang="en-US" dirty="0" err="1"/>
              <a:t>phân</a:t>
            </a:r>
            <a:r>
              <a:rPr lang="en-US" dirty="0"/>
              <a:t> </a:t>
            </a:r>
            <a:r>
              <a:rPr lang="en-US" dirty="0" err="1"/>
              <a:t>phối</a:t>
            </a:r>
            <a:r>
              <a:rPr lang="en-US" dirty="0"/>
              <a:t> (SD) </a:t>
            </a:r>
          </a:p>
          <a:p>
            <a:pPr lvl="1">
              <a:lnSpc>
                <a:spcPct val="150000"/>
              </a:lnSpc>
              <a:buFont typeface="Wingdings" panose="05000000000000000000" pitchFamily="2" charset="2"/>
              <a:buChar char="ü"/>
            </a:pPr>
            <a:r>
              <a:rPr lang="en-US" dirty="0" err="1"/>
              <a:t>Kế</a:t>
            </a:r>
            <a:r>
              <a:rPr lang="en-US" dirty="0"/>
              <a:t> </a:t>
            </a:r>
            <a:r>
              <a:rPr lang="en-US" dirty="0" err="1"/>
              <a:t>toán</a:t>
            </a:r>
            <a:r>
              <a:rPr lang="en-US" dirty="0"/>
              <a:t> </a:t>
            </a:r>
            <a:r>
              <a:rPr lang="en-US" dirty="0" err="1"/>
              <a:t>tài</a:t>
            </a:r>
            <a:r>
              <a:rPr lang="en-US" dirty="0"/>
              <a:t> </a:t>
            </a:r>
            <a:r>
              <a:rPr lang="en-US" dirty="0" err="1"/>
              <a:t>chính</a:t>
            </a:r>
            <a:r>
              <a:rPr lang="en-US" dirty="0"/>
              <a:t> (FI)</a:t>
            </a:r>
          </a:p>
          <a:p>
            <a:pPr lvl="1">
              <a:lnSpc>
                <a:spcPct val="150000"/>
              </a:lnSpc>
              <a:buFont typeface="Wingdings" panose="05000000000000000000" pitchFamily="2" charset="2"/>
              <a:buChar char="ü"/>
            </a:pPr>
            <a:r>
              <a:rPr lang="en-US" dirty="0" err="1"/>
              <a:t>Kế</a:t>
            </a:r>
            <a:r>
              <a:rPr lang="en-US" dirty="0"/>
              <a:t> </a:t>
            </a:r>
            <a:r>
              <a:rPr lang="en-US" dirty="0" err="1"/>
              <a:t>toán</a:t>
            </a:r>
            <a:r>
              <a:rPr lang="en-US" dirty="0"/>
              <a:t> </a:t>
            </a:r>
            <a:r>
              <a:rPr lang="en-US" dirty="0" err="1"/>
              <a:t>quản</a:t>
            </a:r>
            <a:r>
              <a:rPr lang="en-US" dirty="0"/>
              <a:t> </a:t>
            </a:r>
            <a:r>
              <a:rPr lang="en-US" dirty="0" err="1"/>
              <a:t>trị</a:t>
            </a:r>
            <a:r>
              <a:rPr lang="en-US" dirty="0"/>
              <a:t>(CO)</a:t>
            </a:r>
          </a:p>
          <a:p>
            <a:pPr marL="0" indent="0">
              <a:buNone/>
            </a:pPr>
            <a:endParaRPr lang="en-US" dirty="0"/>
          </a:p>
        </p:txBody>
      </p:sp>
      <p:sp>
        <p:nvSpPr>
          <p:cNvPr id="4" name="Title 1">
            <a:extLst>
              <a:ext uri="{FF2B5EF4-FFF2-40B4-BE49-F238E27FC236}">
                <a16:creationId xmlns:a16="http://schemas.microsoft.com/office/drawing/2014/main" id="{1A377E6F-978B-1538-3768-C6BC2FF28755}"/>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SAP</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FDD0D5FA-BBE4-D06E-C9FC-2C27A0734DEF}"/>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sp>
        <p:nvSpPr>
          <p:cNvPr id="8" name="TextBox 7">
            <a:extLst>
              <a:ext uri="{FF2B5EF4-FFF2-40B4-BE49-F238E27FC236}">
                <a16:creationId xmlns:a16="http://schemas.microsoft.com/office/drawing/2014/main" id="{A2C8807F-CFE1-E53C-6574-A0C3A6C0869C}"/>
              </a:ext>
            </a:extLst>
          </p:cNvPr>
          <p:cNvSpPr txBox="1"/>
          <p:nvPr/>
        </p:nvSpPr>
        <p:spPr>
          <a:xfrm>
            <a:off x="925286" y="1341665"/>
            <a:ext cx="3189514" cy="461665"/>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Một</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số</a:t>
            </a:r>
            <a:r>
              <a:rPr lang="en-US" sz="2400" b="1" dirty="0">
                <a:latin typeface="Times New Roman" panose="02020603050405020304" pitchFamily="18" charset="0"/>
                <a:cs typeface="Times New Roman" panose="02020603050405020304" pitchFamily="18" charset="0"/>
              </a:rPr>
              <a:t> module </a:t>
            </a:r>
            <a:r>
              <a:rPr lang="en-US" sz="2400" b="1" dirty="0" err="1">
                <a:latin typeface="Times New Roman" panose="02020603050405020304" pitchFamily="18" charset="0"/>
                <a:cs typeface="Times New Roman" panose="02020603050405020304" pitchFamily="18" charset="0"/>
              </a:rPr>
              <a:t>chính</a:t>
            </a:r>
            <a:r>
              <a:rPr lang="en-US" sz="2400" b="1" dirty="0">
                <a:latin typeface="Times New Roman" panose="02020603050405020304" pitchFamily="18" charset="0"/>
                <a:cs typeface="Times New Roman" panose="02020603050405020304" pitchFamily="18" charset="0"/>
              </a:rPr>
              <a:t> :</a:t>
            </a:r>
          </a:p>
        </p:txBody>
      </p:sp>
      <p:sp>
        <p:nvSpPr>
          <p:cNvPr id="2" name="Slide Number Placeholder 1">
            <a:extLst>
              <a:ext uri="{FF2B5EF4-FFF2-40B4-BE49-F238E27FC236}">
                <a16:creationId xmlns:a16="http://schemas.microsoft.com/office/drawing/2014/main" id="{AECE2613-5D9C-39F3-0272-E894B6438BA8}"/>
              </a:ext>
            </a:extLst>
          </p:cNvPr>
          <p:cNvSpPr>
            <a:spLocks noGrp="1"/>
          </p:cNvSpPr>
          <p:nvPr>
            <p:ph type="sldNum" sz="quarter" idx="12"/>
          </p:nvPr>
        </p:nvSpPr>
        <p:spPr/>
        <p:txBody>
          <a:bodyPr/>
          <a:lstStyle/>
          <a:p>
            <a:fld id="{A826A215-A5F0-48E6-BDB0-DB2528564D1C}" type="slidenum">
              <a:rPr lang="en-US" smtClean="0"/>
              <a:t>11</a:t>
            </a:fld>
            <a:endParaRPr lang="en-US"/>
          </a:p>
        </p:txBody>
      </p:sp>
    </p:spTree>
    <p:extLst>
      <p:ext uri="{BB962C8B-B14F-4D97-AF65-F5344CB8AC3E}">
        <p14:creationId xmlns:p14="http://schemas.microsoft.com/office/powerpoint/2010/main" val="412182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ppt_x</p:attrName>
                                        </p:attrNameLst>
                                      </p:cBhvr>
                                      <p:tavLst>
                                        <p:tav tm="0">
                                          <p:val>
                                            <p:strVal val="#ppt_x"/>
                                          </p:val>
                                        </p:tav>
                                        <p:tav tm="100000">
                                          <p:val>
                                            <p:strVal val="#ppt_x"/>
                                          </p:val>
                                        </p:tav>
                                      </p:tavLst>
                                    </p:anim>
                                    <p:anim calcmode="lin" valueType="num">
                                      <p:cBhvr additive="base">
                                        <p:cTn id="11" dur="500" fill="hold"/>
                                        <p:tgtEl>
                                          <p:spTgt spid="5"/>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additive="base">
                                        <p:cTn id="14" dur="500" fill="hold"/>
                                        <p:tgtEl>
                                          <p:spTgt spid="8"/>
                                        </p:tgtEl>
                                        <p:attrNameLst>
                                          <p:attrName>ppt_x</p:attrName>
                                        </p:attrNameLst>
                                      </p:cBhvr>
                                      <p:tavLst>
                                        <p:tav tm="0">
                                          <p:val>
                                            <p:strVal val="#ppt_x"/>
                                          </p:val>
                                        </p:tav>
                                        <p:tav tm="100000">
                                          <p:val>
                                            <p:strVal val="#ppt_x"/>
                                          </p:val>
                                        </p:tav>
                                      </p:tavLst>
                                    </p:anim>
                                    <p:anim calcmode="lin" valueType="num">
                                      <p:cBhvr additive="base">
                                        <p:cTn id="15" dur="500" fill="hold"/>
                                        <p:tgtEl>
                                          <p:spTgt spid="8"/>
                                        </p:tgtEl>
                                        <p:attrNameLst>
                                          <p:attrName>ppt_y</p:attrName>
                                        </p:attrNameLst>
                                      </p:cBhvr>
                                      <p:tavLst>
                                        <p:tav tm="0">
                                          <p:val>
                                            <p:strVal val="1+#ppt_h/2"/>
                                          </p:val>
                                        </p:tav>
                                        <p:tav tm="100000">
                                          <p:val>
                                            <p:strVal val="#ppt_y"/>
                                          </p:val>
                                        </p:tav>
                                      </p:tavLst>
                                    </p:anim>
                                  </p:childTnLst>
                                </p:cTn>
                              </p:par>
                              <p:par>
                                <p:cTn id="16" presetID="14" presetClass="entr" presetSubtype="10" fill="hold" grpId="0" nodeType="with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8" dur="500"/>
                                        <p:tgtEl>
                                          <p:spTgt spid="3">
                                            <p:txEl>
                                              <p:pRg st="0" end="0"/>
                                            </p:txEl>
                                          </p:spTgt>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1" dur="500"/>
                                        <p:tgtEl>
                                          <p:spTgt spid="3">
                                            <p:txEl>
                                              <p:pRg st="1" end="1"/>
                                            </p:txEl>
                                          </p:spTgt>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4" dur="500"/>
                                        <p:tgtEl>
                                          <p:spTgt spid="3">
                                            <p:txEl>
                                              <p:pRg st="2" end="2"/>
                                            </p:txEl>
                                          </p:spTgt>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7" dur="500"/>
                                        <p:tgtEl>
                                          <p:spTgt spid="3">
                                            <p:txEl>
                                              <p:pRg st="3" end="3"/>
                                            </p:txEl>
                                          </p:spTgt>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randombar(horizontal)">
                                      <p:cBhvr>
                                        <p:cTn id="3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377E6F-978B-1538-3768-C6BC2FF28755}"/>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SAP</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FDD0D5FA-BBE4-D06E-C9FC-2C27A0734DEF}"/>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4.Hướng dẫn đăng nhập sử dụng</a:t>
            </a:r>
            <a:endParaRPr lang="en-US" b="1" dirty="0">
              <a:latin typeface="+mj-lt"/>
            </a:endParaRPr>
          </a:p>
        </p:txBody>
      </p:sp>
      <p:sp>
        <p:nvSpPr>
          <p:cNvPr id="7" name="TextBox 6">
            <a:extLst>
              <a:ext uri="{FF2B5EF4-FFF2-40B4-BE49-F238E27FC236}">
                <a16:creationId xmlns:a16="http://schemas.microsoft.com/office/drawing/2014/main" id="{9C67B736-B919-2B49-35F7-4241B79B5977}"/>
              </a:ext>
            </a:extLst>
          </p:cNvPr>
          <p:cNvSpPr txBox="1"/>
          <p:nvPr/>
        </p:nvSpPr>
        <p:spPr>
          <a:xfrm>
            <a:off x="838198" y="1676646"/>
            <a:ext cx="4386943" cy="369332"/>
          </a:xfrm>
          <a:prstGeom prst="rect">
            <a:avLst/>
          </a:prstGeom>
          <a:noFill/>
        </p:spPr>
        <p:txBody>
          <a:bodyPr wrap="square" rtlCol="0">
            <a:spAutoFit/>
          </a:bodyPr>
          <a:lstStyle/>
          <a:p>
            <a:r>
              <a:rPr lang="vi-VN" dirty="0">
                <a:latin typeface="+mj-lt"/>
              </a:rPr>
              <a:t>Mở phần mềm SAP (Desktop/ Thanh Bar) </a:t>
            </a:r>
            <a:endParaRPr lang="en-US" dirty="0">
              <a:latin typeface="+mj-lt"/>
            </a:endParaRPr>
          </a:p>
        </p:txBody>
      </p:sp>
      <p:sp>
        <p:nvSpPr>
          <p:cNvPr id="9" name="TextBox 8">
            <a:extLst>
              <a:ext uri="{FF2B5EF4-FFF2-40B4-BE49-F238E27FC236}">
                <a16:creationId xmlns:a16="http://schemas.microsoft.com/office/drawing/2014/main" id="{FC06575A-4B27-8754-7DE4-38963CE87073}"/>
              </a:ext>
            </a:extLst>
          </p:cNvPr>
          <p:cNvSpPr txBox="1"/>
          <p:nvPr/>
        </p:nvSpPr>
        <p:spPr>
          <a:xfrm>
            <a:off x="1365474" y="2119071"/>
            <a:ext cx="4386943" cy="369332"/>
          </a:xfrm>
          <a:prstGeom prst="rect">
            <a:avLst/>
          </a:prstGeom>
          <a:noFill/>
        </p:spPr>
        <p:txBody>
          <a:bodyPr wrap="square" rtlCol="0">
            <a:spAutoFit/>
          </a:bodyPr>
          <a:lstStyle/>
          <a:p>
            <a:r>
              <a:rPr lang="vi-VN" dirty="0">
                <a:latin typeface="+mj-lt"/>
              </a:rPr>
              <a:t>Nhập thông tin ID &amp; Password</a:t>
            </a:r>
            <a:endParaRPr lang="en-US" dirty="0">
              <a:latin typeface="+mj-lt"/>
            </a:endParaRPr>
          </a:p>
        </p:txBody>
      </p:sp>
      <p:pic>
        <p:nvPicPr>
          <p:cNvPr id="13" name="Picture 12">
            <a:extLst>
              <a:ext uri="{FF2B5EF4-FFF2-40B4-BE49-F238E27FC236}">
                <a16:creationId xmlns:a16="http://schemas.microsoft.com/office/drawing/2014/main" id="{C0045E8B-2F73-A55B-8D48-4B2F67EBC1F8}"/>
              </a:ext>
            </a:extLst>
          </p:cNvPr>
          <p:cNvPicPr>
            <a:picLocks noChangeAspect="1"/>
          </p:cNvPicPr>
          <p:nvPr/>
        </p:nvPicPr>
        <p:blipFill>
          <a:blip r:embed="rId3"/>
          <a:stretch>
            <a:fillRect/>
          </a:stretch>
        </p:blipFill>
        <p:spPr>
          <a:xfrm>
            <a:off x="5934424" y="957598"/>
            <a:ext cx="2913440" cy="2439509"/>
          </a:xfrm>
          <a:prstGeom prst="rect">
            <a:avLst/>
          </a:prstGeom>
        </p:spPr>
      </p:pic>
      <p:pic>
        <p:nvPicPr>
          <p:cNvPr id="15" name="Picture 14">
            <a:extLst>
              <a:ext uri="{FF2B5EF4-FFF2-40B4-BE49-F238E27FC236}">
                <a16:creationId xmlns:a16="http://schemas.microsoft.com/office/drawing/2014/main" id="{F3CAAABD-D471-91F2-FFE5-04FF6A31D465}"/>
              </a:ext>
            </a:extLst>
          </p:cNvPr>
          <p:cNvPicPr>
            <a:picLocks noChangeAspect="1"/>
          </p:cNvPicPr>
          <p:nvPr/>
        </p:nvPicPr>
        <p:blipFill>
          <a:blip r:embed="rId4"/>
          <a:stretch>
            <a:fillRect/>
          </a:stretch>
        </p:blipFill>
        <p:spPr>
          <a:xfrm>
            <a:off x="8889774" y="954221"/>
            <a:ext cx="2597374" cy="2475621"/>
          </a:xfrm>
          <a:prstGeom prst="rect">
            <a:avLst/>
          </a:prstGeom>
        </p:spPr>
      </p:pic>
      <p:pic>
        <p:nvPicPr>
          <p:cNvPr id="17" name="Picture 16">
            <a:extLst>
              <a:ext uri="{FF2B5EF4-FFF2-40B4-BE49-F238E27FC236}">
                <a16:creationId xmlns:a16="http://schemas.microsoft.com/office/drawing/2014/main" id="{2BA911D3-8366-5611-9DCA-8122C1C6AE9A}"/>
              </a:ext>
            </a:extLst>
          </p:cNvPr>
          <p:cNvPicPr>
            <a:picLocks noChangeAspect="1"/>
          </p:cNvPicPr>
          <p:nvPr/>
        </p:nvPicPr>
        <p:blipFill>
          <a:blip r:embed="rId5"/>
          <a:stretch>
            <a:fillRect/>
          </a:stretch>
        </p:blipFill>
        <p:spPr>
          <a:xfrm>
            <a:off x="782333" y="3376668"/>
            <a:ext cx="2426470" cy="2591910"/>
          </a:xfrm>
          <a:prstGeom prst="rect">
            <a:avLst/>
          </a:prstGeom>
        </p:spPr>
      </p:pic>
      <p:pic>
        <p:nvPicPr>
          <p:cNvPr id="19" name="Picture 18">
            <a:extLst>
              <a:ext uri="{FF2B5EF4-FFF2-40B4-BE49-F238E27FC236}">
                <a16:creationId xmlns:a16="http://schemas.microsoft.com/office/drawing/2014/main" id="{399D73A4-9319-C712-BDCB-FC2058BE3436}"/>
              </a:ext>
            </a:extLst>
          </p:cNvPr>
          <p:cNvPicPr>
            <a:picLocks noChangeAspect="1"/>
          </p:cNvPicPr>
          <p:nvPr/>
        </p:nvPicPr>
        <p:blipFill>
          <a:blip r:embed="rId6"/>
          <a:stretch>
            <a:fillRect/>
          </a:stretch>
        </p:blipFill>
        <p:spPr>
          <a:xfrm>
            <a:off x="3208803" y="3373292"/>
            <a:ext cx="3049122" cy="2591911"/>
          </a:xfrm>
          <a:prstGeom prst="rect">
            <a:avLst/>
          </a:prstGeom>
        </p:spPr>
      </p:pic>
      <p:sp>
        <p:nvSpPr>
          <p:cNvPr id="2" name="Slide Number Placeholder 1">
            <a:extLst>
              <a:ext uri="{FF2B5EF4-FFF2-40B4-BE49-F238E27FC236}">
                <a16:creationId xmlns:a16="http://schemas.microsoft.com/office/drawing/2014/main" id="{B24484C0-0B8E-6C40-CED3-8CCDAEF9B501}"/>
              </a:ext>
            </a:extLst>
          </p:cNvPr>
          <p:cNvSpPr>
            <a:spLocks noGrp="1"/>
          </p:cNvSpPr>
          <p:nvPr>
            <p:ph type="sldNum" sz="quarter" idx="12"/>
          </p:nvPr>
        </p:nvSpPr>
        <p:spPr/>
        <p:txBody>
          <a:bodyPr/>
          <a:lstStyle/>
          <a:p>
            <a:fld id="{A826A215-A5F0-48E6-BDB0-DB2528564D1C}" type="slidenum">
              <a:rPr lang="en-US" smtClean="0"/>
              <a:t>12</a:t>
            </a:fld>
            <a:endParaRPr lang="en-US"/>
          </a:p>
        </p:txBody>
      </p:sp>
    </p:spTree>
    <p:extLst>
      <p:ext uri="{BB962C8B-B14F-4D97-AF65-F5344CB8AC3E}">
        <p14:creationId xmlns:p14="http://schemas.microsoft.com/office/powerpoint/2010/main" val="4219433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ppt_x</p:attrName>
                                        </p:attrNameLst>
                                      </p:cBhvr>
                                      <p:tavLst>
                                        <p:tav tm="0">
                                          <p:val>
                                            <p:strVal val="#ppt_x"/>
                                          </p:val>
                                        </p:tav>
                                        <p:tav tm="100000">
                                          <p:val>
                                            <p:strVal val="#ppt_x"/>
                                          </p:val>
                                        </p:tav>
                                      </p:tavLst>
                                    </p:anim>
                                    <p:anim calcmode="lin" valueType="num">
                                      <p:cBhvr additive="base">
                                        <p:cTn id="11" dur="500" fill="hold"/>
                                        <p:tgtEl>
                                          <p:spTgt spid="5"/>
                                        </p:tgtEl>
                                        <p:attrNameLst>
                                          <p:attrName>ppt_y</p:attrName>
                                        </p:attrNameLst>
                                      </p:cBhvr>
                                      <p:tavLst>
                                        <p:tav tm="0">
                                          <p:val>
                                            <p:strVal val="1+#ppt_h/2"/>
                                          </p:val>
                                        </p:tav>
                                        <p:tav tm="100000">
                                          <p:val>
                                            <p:strVal val="#ppt_y"/>
                                          </p:val>
                                        </p:tav>
                                      </p:tavLst>
                                    </p:anim>
                                  </p:childTnLst>
                                </p:cTn>
                              </p:par>
                              <p:par>
                                <p:cTn id="12" presetID="2" presetClass="entr" presetSubtype="2"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1+#ppt_w/2"/>
                                          </p:val>
                                        </p:tav>
                                        <p:tav tm="100000">
                                          <p:val>
                                            <p:strVal val="#ppt_x"/>
                                          </p:val>
                                        </p:tav>
                                      </p:tavLst>
                                    </p:anim>
                                    <p:anim calcmode="lin" valueType="num">
                                      <p:cBhvr additive="base">
                                        <p:cTn id="15" dur="500" fill="hold"/>
                                        <p:tgtEl>
                                          <p:spTgt spid="9"/>
                                        </p:tgtEl>
                                        <p:attrNameLst>
                                          <p:attrName>ppt_y</p:attrName>
                                        </p:attrNameLst>
                                      </p:cBhvr>
                                      <p:tavLst>
                                        <p:tav tm="0">
                                          <p:val>
                                            <p:strVal val="#ppt_y"/>
                                          </p:val>
                                        </p:tav>
                                        <p:tav tm="100000">
                                          <p:val>
                                            <p:strVal val="#ppt_y"/>
                                          </p:val>
                                        </p:tav>
                                      </p:tavLst>
                                    </p:anim>
                                  </p:childTnLst>
                                </p:cTn>
                              </p:par>
                              <p:par>
                                <p:cTn id="16" presetID="2" presetClass="entr" presetSubtype="2"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1+#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par>
                                <p:cTn id="20" presetID="16" presetClass="entr" presetSubtype="21"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arn(inVertical)">
                                      <p:cBhvr>
                                        <p:cTn id="22" dur="500"/>
                                        <p:tgtEl>
                                          <p:spTgt spid="13"/>
                                        </p:tgtEl>
                                      </p:cBhvr>
                                    </p:animEffect>
                                  </p:childTnLst>
                                </p:cTn>
                              </p:par>
                              <p:par>
                                <p:cTn id="23" presetID="16" presetClass="entr" presetSubtype="21"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barn(inVertical)">
                                      <p:cBhvr>
                                        <p:cTn id="25" dur="500"/>
                                        <p:tgtEl>
                                          <p:spTgt spid="15"/>
                                        </p:tgtEl>
                                      </p:cBhvr>
                                    </p:animEffect>
                                  </p:childTnLst>
                                </p:cTn>
                              </p:par>
                              <p:par>
                                <p:cTn id="26" presetID="16" presetClass="entr" presetSubtype="21"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arn(inVertical)">
                                      <p:cBhvr>
                                        <p:cTn id="28" dur="500"/>
                                        <p:tgtEl>
                                          <p:spTgt spid="17"/>
                                        </p:tgtEl>
                                      </p:cBhvr>
                                    </p:animEffect>
                                  </p:childTnLst>
                                </p:cTn>
                              </p:par>
                              <p:par>
                                <p:cTn id="29" presetID="16" presetClass="entr" presetSubtype="21"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barn(inVertical)">
                                      <p:cBhvr>
                                        <p:cTn id="3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34B2863-7A82-31C7-32EE-1502A4B14C13}"/>
              </a:ext>
            </a:extLst>
          </p:cNvPr>
          <p:cNvSpPr txBox="1">
            <a:spLocks/>
          </p:cNvSpPr>
          <p:nvPr/>
        </p:nvSpPr>
        <p:spPr>
          <a:xfrm>
            <a:off x="838200" y="114300"/>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MES</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12" name="TextBox 11">
            <a:extLst>
              <a:ext uri="{FF2B5EF4-FFF2-40B4-BE49-F238E27FC236}">
                <a16:creationId xmlns:a16="http://schemas.microsoft.com/office/drawing/2014/main" id="{359E9D86-5382-75D2-459B-07A387335C4C}"/>
              </a:ext>
            </a:extLst>
          </p:cNvPr>
          <p:cNvSpPr txBox="1"/>
          <p:nvPr/>
        </p:nvSpPr>
        <p:spPr>
          <a:xfrm>
            <a:off x="838200" y="800100"/>
            <a:ext cx="5419725" cy="369332"/>
          </a:xfrm>
          <a:prstGeom prst="rect">
            <a:avLst/>
          </a:prstGeom>
          <a:noFill/>
        </p:spPr>
        <p:txBody>
          <a:bodyPr wrap="square" rtlCol="0">
            <a:spAutoFit/>
          </a:bodyPr>
          <a:lstStyle/>
          <a:p>
            <a:pPr marL="342900" indent="-342900">
              <a:buFont typeface="+mj-lt"/>
              <a:buAutoNum type="arabicPeriod"/>
            </a:pPr>
            <a:r>
              <a:rPr lang="vi-VN" b="1" dirty="0">
                <a:latin typeface="+mj-lt"/>
              </a:rPr>
              <a:t>Khái niệm cơ bản</a:t>
            </a:r>
            <a:endParaRPr lang="en-US" b="1" dirty="0">
              <a:latin typeface="+mj-lt"/>
            </a:endParaRPr>
          </a:p>
        </p:txBody>
      </p:sp>
      <p:sp>
        <p:nvSpPr>
          <p:cNvPr id="13" name="TextBox 12">
            <a:extLst>
              <a:ext uri="{FF2B5EF4-FFF2-40B4-BE49-F238E27FC236}">
                <a16:creationId xmlns:a16="http://schemas.microsoft.com/office/drawing/2014/main" id="{3E167361-CA98-BA7E-7363-B74C343D566A}"/>
              </a:ext>
            </a:extLst>
          </p:cNvPr>
          <p:cNvSpPr txBox="1"/>
          <p:nvPr/>
        </p:nvSpPr>
        <p:spPr>
          <a:xfrm>
            <a:off x="4343400" y="1251494"/>
            <a:ext cx="7143750" cy="1200329"/>
          </a:xfrm>
          <a:prstGeom prst="rect">
            <a:avLst/>
          </a:prstGeom>
          <a:noFill/>
        </p:spPr>
        <p:txBody>
          <a:bodyPr wrap="square" rtlCol="0">
            <a:spAutoFit/>
          </a:bodyPr>
          <a:lstStyle/>
          <a:p>
            <a:r>
              <a:rPr lang="vi-VN" sz="1800" dirty="0">
                <a:effectLst/>
                <a:latin typeface="+mj-lt"/>
                <a:ea typeface="Malgun Gothic" panose="020B0503020000020004" pitchFamily="34" charset="-127"/>
                <a:cs typeface="Times New Roman" panose="02020603050405020304" pitchFamily="18" charset="0"/>
              </a:rPr>
              <a:t>MES (Manufacturing Execution System –Hệ thống điều hành sản xuất ) là hệ thống thông tin kết nối, giám sát, kiểm soát các hệ thống sản xuất và luồng dữ liệu phức tạp trong nhà máy, xuyên suốt cả quá trình chuyển đổi từ nguyên liệu thô đến thành phẩm. </a:t>
            </a:r>
            <a:endParaRPr lang="en-US" dirty="0">
              <a:latin typeface="+mj-lt"/>
            </a:endParaRPr>
          </a:p>
        </p:txBody>
      </p:sp>
      <p:pic>
        <p:nvPicPr>
          <p:cNvPr id="16" name="Picture 15" descr="A green and white button&#10;&#10;Description automatically generated">
            <a:extLst>
              <a:ext uri="{FF2B5EF4-FFF2-40B4-BE49-F238E27FC236}">
                <a16:creationId xmlns:a16="http://schemas.microsoft.com/office/drawing/2014/main" id="{FE3301A9-E65F-0779-979B-0797DC492E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460" y="4815930"/>
            <a:ext cx="1149441" cy="1149441"/>
          </a:xfrm>
          <a:prstGeom prst="rect">
            <a:avLst/>
          </a:prstGeom>
        </p:spPr>
      </p:pic>
      <p:pic>
        <p:nvPicPr>
          <p:cNvPr id="4" name="Picture 3" descr="A group of people standing on a large blue sign&#10;&#10;Description automatically generated">
            <a:extLst>
              <a:ext uri="{FF2B5EF4-FFF2-40B4-BE49-F238E27FC236}">
                <a16:creationId xmlns:a16="http://schemas.microsoft.com/office/drawing/2014/main" id="{75BE2A2E-5DD0-A836-49DD-025ABE8553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461" y="1251494"/>
            <a:ext cx="3713814" cy="2034631"/>
          </a:xfrm>
          <a:prstGeom prst="rect">
            <a:avLst/>
          </a:prstGeom>
        </p:spPr>
      </p:pic>
      <p:pic>
        <p:nvPicPr>
          <p:cNvPr id="9" name="Picture 8" descr="A group of people working on a conveyor belt&#10;&#10;Description automatically generated">
            <a:extLst>
              <a:ext uri="{FF2B5EF4-FFF2-40B4-BE49-F238E27FC236}">
                <a16:creationId xmlns:a16="http://schemas.microsoft.com/office/drawing/2014/main" id="{235EFBC7-60D3-6CE2-58AA-9756CED208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43400" y="2357237"/>
            <a:ext cx="6439865" cy="317678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2" name="Slide Number Placeholder 1">
            <a:extLst>
              <a:ext uri="{FF2B5EF4-FFF2-40B4-BE49-F238E27FC236}">
                <a16:creationId xmlns:a16="http://schemas.microsoft.com/office/drawing/2014/main" id="{A91D3F65-8FB3-0C7B-9AC6-5957EBE6899E}"/>
              </a:ext>
            </a:extLst>
          </p:cNvPr>
          <p:cNvSpPr>
            <a:spLocks noGrp="1"/>
          </p:cNvSpPr>
          <p:nvPr>
            <p:ph type="sldNum" sz="quarter" idx="12"/>
          </p:nvPr>
        </p:nvSpPr>
        <p:spPr/>
        <p:txBody>
          <a:bodyPr/>
          <a:lstStyle/>
          <a:p>
            <a:fld id="{A826A215-A5F0-48E6-BDB0-DB2528564D1C}" type="slidenum">
              <a:rPr lang="en-US" smtClean="0"/>
              <a:t>13</a:t>
            </a:fld>
            <a:endParaRPr lang="en-US"/>
          </a:p>
        </p:txBody>
      </p:sp>
    </p:spTree>
    <p:extLst>
      <p:ext uri="{BB962C8B-B14F-4D97-AF65-F5344CB8AC3E}">
        <p14:creationId xmlns:p14="http://schemas.microsoft.com/office/powerpoint/2010/main" val="1950667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par>
                                <p:cTn id="8" presetID="2" presetClass="entr" presetSubtype="4"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additive="base">
                                        <p:cTn id="10" dur="500" fill="hold"/>
                                        <p:tgtEl>
                                          <p:spTgt spid="12"/>
                                        </p:tgtEl>
                                        <p:attrNameLst>
                                          <p:attrName>ppt_x</p:attrName>
                                        </p:attrNameLst>
                                      </p:cBhvr>
                                      <p:tavLst>
                                        <p:tav tm="0">
                                          <p:val>
                                            <p:strVal val="#ppt_x"/>
                                          </p:val>
                                        </p:tav>
                                        <p:tav tm="100000">
                                          <p:val>
                                            <p:strVal val="#ppt_x"/>
                                          </p:val>
                                        </p:tav>
                                      </p:tavLst>
                                    </p:anim>
                                    <p:anim calcmode="lin" valueType="num">
                                      <p:cBhvr additive="base">
                                        <p:cTn id="11" dur="500" fill="hold"/>
                                        <p:tgtEl>
                                          <p:spTgt spid="12"/>
                                        </p:tgtEl>
                                        <p:attrNameLst>
                                          <p:attrName>ppt_y</p:attrName>
                                        </p:attrNameLst>
                                      </p:cBhvr>
                                      <p:tavLst>
                                        <p:tav tm="0">
                                          <p:val>
                                            <p:strVal val="1+#ppt_h/2"/>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ppt_x"/>
                                          </p:val>
                                        </p:tav>
                                        <p:tav tm="100000">
                                          <p:val>
                                            <p:strVal val="#ppt_x"/>
                                          </p:val>
                                        </p:tav>
                                      </p:tavLst>
                                    </p:anim>
                                    <p:anim calcmode="lin" valueType="num">
                                      <p:cBhvr additive="base">
                                        <p:cTn id="19" dur="500" fill="hold"/>
                                        <p:tgtEl>
                                          <p:spTgt spid="16"/>
                                        </p:tgtEl>
                                        <p:attrNameLst>
                                          <p:attrName>ppt_y</p:attrName>
                                        </p:attrNameLst>
                                      </p:cBhvr>
                                      <p:tavLst>
                                        <p:tav tm="0">
                                          <p:val>
                                            <p:strVal val="1+#ppt_h/2"/>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1+#ppt_w/2"/>
                                          </p:val>
                                        </p:tav>
                                        <p:tav tm="100000">
                                          <p:val>
                                            <p:strVal val="#ppt_x"/>
                                          </p:val>
                                        </p:tav>
                                      </p:tavLst>
                                    </p:anim>
                                    <p:anim calcmode="lin" valueType="num">
                                      <p:cBhvr additive="base">
                                        <p:cTn id="23" dur="500" fill="hold"/>
                                        <p:tgtEl>
                                          <p:spTgt spid="13"/>
                                        </p:tgtEl>
                                        <p:attrNameLst>
                                          <p:attrName>ppt_y</p:attrName>
                                        </p:attrNameLst>
                                      </p:cBhvr>
                                      <p:tavLst>
                                        <p:tav tm="0">
                                          <p:val>
                                            <p:strVal val="#ppt_y"/>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magnifying glass with white text&#10;&#10;Description automatically generated">
            <a:extLst>
              <a:ext uri="{FF2B5EF4-FFF2-40B4-BE49-F238E27FC236}">
                <a16:creationId xmlns:a16="http://schemas.microsoft.com/office/drawing/2014/main" id="{D728D829-1480-1E25-4685-A57F2BCC9361}"/>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40596" t="29602" r="14837"/>
          <a:stretch/>
        </p:blipFill>
        <p:spPr>
          <a:xfrm>
            <a:off x="838200" y="4969616"/>
            <a:ext cx="919805" cy="1088283"/>
          </a:xfrm>
          <a:prstGeom prst="roundRect">
            <a:avLst>
              <a:gd name="adj" fmla="val 16667"/>
            </a:avLst>
          </a:prstGeom>
          <a:ln>
            <a:noFill/>
          </a:ln>
          <a:effectLst>
            <a:outerShdw blurRad="50800" dist="38100" dir="18900000" algn="bl" rotWithShape="0">
              <a:prstClr val="black">
                <a:alpha val="40000"/>
              </a:prst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Title 1">
            <a:extLst>
              <a:ext uri="{FF2B5EF4-FFF2-40B4-BE49-F238E27FC236}">
                <a16:creationId xmlns:a16="http://schemas.microsoft.com/office/drawing/2014/main" id="{43F498D3-E808-E73D-4663-58A0E5A28AD6}"/>
              </a:ext>
            </a:extLst>
          </p:cNvPr>
          <p:cNvSpPr txBox="1">
            <a:spLocks/>
          </p:cNvSpPr>
          <p:nvPr/>
        </p:nvSpPr>
        <p:spPr>
          <a:xfrm>
            <a:off x="838200" y="114300"/>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MES</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6" name="TextBox 5">
            <a:extLst>
              <a:ext uri="{FF2B5EF4-FFF2-40B4-BE49-F238E27FC236}">
                <a16:creationId xmlns:a16="http://schemas.microsoft.com/office/drawing/2014/main" id="{C4A6B7CD-E2A6-27A3-7DAD-30562303A103}"/>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2.Mục đích sử dụng</a:t>
            </a:r>
            <a:endParaRPr lang="en-US" b="1" dirty="0">
              <a:latin typeface="+mj-lt"/>
            </a:endParaRPr>
          </a:p>
        </p:txBody>
      </p:sp>
      <p:graphicFrame>
        <p:nvGraphicFramePr>
          <p:cNvPr id="11" name="Diagram 10">
            <a:extLst>
              <a:ext uri="{FF2B5EF4-FFF2-40B4-BE49-F238E27FC236}">
                <a16:creationId xmlns:a16="http://schemas.microsoft.com/office/drawing/2014/main" id="{045B13A7-0253-EC52-6B85-D41C766E576E}"/>
              </a:ext>
            </a:extLst>
          </p:cNvPr>
          <p:cNvGraphicFramePr/>
          <p:nvPr>
            <p:extLst>
              <p:ext uri="{D42A27DB-BD31-4B8C-83A1-F6EECF244321}">
                <p14:modId xmlns:p14="http://schemas.microsoft.com/office/powerpoint/2010/main" val="3389707298"/>
              </p:ext>
            </p:extLst>
          </p:nvPr>
        </p:nvGraphicFramePr>
        <p:xfrm>
          <a:off x="3548062" y="1448231"/>
          <a:ext cx="7827736" cy="406552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Slide Number Placeholder 1">
            <a:extLst>
              <a:ext uri="{FF2B5EF4-FFF2-40B4-BE49-F238E27FC236}">
                <a16:creationId xmlns:a16="http://schemas.microsoft.com/office/drawing/2014/main" id="{A356E96C-632C-B3FC-422E-8050FF540C50}"/>
              </a:ext>
            </a:extLst>
          </p:cNvPr>
          <p:cNvSpPr>
            <a:spLocks noGrp="1"/>
          </p:cNvSpPr>
          <p:nvPr>
            <p:ph type="sldNum" sz="quarter" idx="12"/>
          </p:nvPr>
        </p:nvSpPr>
        <p:spPr/>
        <p:txBody>
          <a:bodyPr/>
          <a:lstStyle/>
          <a:p>
            <a:fld id="{A826A215-A5F0-48E6-BDB0-DB2528564D1C}" type="slidenum">
              <a:rPr lang="en-US" smtClean="0"/>
              <a:t>14</a:t>
            </a:fld>
            <a:endParaRPr lang="en-US"/>
          </a:p>
        </p:txBody>
      </p:sp>
    </p:spTree>
    <p:extLst>
      <p:ext uri="{BB962C8B-B14F-4D97-AF65-F5344CB8AC3E}">
        <p14:creationId xmlns:p14="http://schemas.microsoft.com/office/powerpoint/2010/main" val="1584097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ppt_x</p:attrName>
                                        </p:attrNameLst>
                                      </p:cBhvr>
                                      <p:tavLst>
                                        <p:tav tm="0">
                                          <p:val>
                                            <p:strVal val="#ppt_x"/>
                                          </p:val>
                                        </p:tav>
                                        <p:tav tm="100000">
                                          <p:val>
                                            <p:strVal val="#ppt_x"/>
                                          </p:val>
                                        </p:tav>
                                      </p:tavLst>
                                    </p:anim>
                                    <p:anim calcmode="lin" valueType="num">
                                      <p:cBhvr additive="base">
                                        <p:cTn id="11" dur="500" fill="hold"/>
                                        <p:tgtEl>
                                          <p:spTgt spid="6"/>
                                        </p:tgtEl>
                                        <p:attrNameLst>
                                          <p:attrName>ppt_y</p:attrName>
                                        </p:attrNameLst>
                                      </p:cBhvr>
                                      <p:tavLst>
                                        <p:tav tm="0">
                                          <p:val>
                                            <p:strVal val="1+#ppt_h/2"/>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1+#ppt_h/2"/>
                                          </p:val>
                                        </p:tav>
                                        <p:tav tm="100000">
                                          <p:val>
                                            <p:strVal val="#ppt_y"/>
                                          </p:val>
                                        </p:tav>
                                      </p:tavLst>
                                    </p:anim>
                                  </p:childTnLst>
                                </p:cTn>
                              </p:par>
                              <p:par>
                                <p:cTn id="16" presetID="22" presetClass="entr" presetSubtype="4"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1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Graphic spid="11"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9EBEE0D-2D9A-B3A1-4EB3-13AD0BB7D3A3}"/>
              </a:ext>
            </a:extLst>
          </p:cNvPr>
          <p:cNvSpPr txBox="1">
            <a:spLocks/>
          </p:cNvSpPr>
          <p:nvPr/>
        </p:nvSpPr>
        <p:spPr>
          <a:xfrm>
            <a:off x="838200" y="114300"/>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MES</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971CA1CD-41C9-8BF1-D5FB-91E378124F4B}"/>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2.Mục đích sử dụng</a:t>
            </a:r>
            <a:endParaRPr lang="en-US" b="1" dirty="0">
              <a:latin typeface="+mj-lt"/>
            </a:endParaRPr>
          </a:p>
        </p:txBody>
      </p:sp>
      <p:sp>
        <p:nvSpPr>
          <p:cNvPr id="6" name="Content Placeholder 2">
            <a:extLst>
              <a:ext uri="{FF2B5EF4-FFF2-40B4-BE49-F238E27FC236}">
                <a16:creationId xmlns:a16="http://schemas.microsoft.com/office/drawing/2014/main" id="{6DAA6922-DA08-721B-72C9-D83EE72164DE}"/>
              </a:ext>
            </a:extLst>
          </p:cNvPr>
          <p:cNvSpPr>
            <a:spLocks noGrp="1"/>
          </p:cNvSpPr>
          <p:nvPr>
            <p:ph idx="1"/>
          </p:nvPr>
        </p:nvSpPr>
        <p:spPr>
          <a:xfrm>
            <a:off x="904875" y="1274208"/>
            <a:ext cx="5419725" cy="575118"/>
          </a:xfrm>
        </p:spPr>
        <p:txBody>
          <a:bodyPr>
            <a:normAutofit/>
          </a:bodyPr>
          <a:lstStyle/>
          <a:p>
            <a:r>
              <a:rPr lang="vi-VN" sz="1800" b="1" dirty="0">
                <a:effectLst/>
                <a:latin typeface="+mj-lt"/>
                <a:ea typeface="Malgun Gothic" panose="020B0503020000020004" pitchFamily="34" charset="-127"/>
                <a:cs typeface="Times New Roman" panose="02020603050405020304" pitchFamily="18" charset="0"/>
              </a:rPr>
              <a:t>Đảm bảo sản xuất tối ưu và liên tục </a:t>
            </a:r>
            <a:endParaRPr lang="en-US" sz="2400" b="1" dirty="0">
              <a:latin typeface="+mj-lt"/>
            </a:endParaRPr>
          </a:p>
        </p:txBody>
      </p:sp>
      <p:sp>
        <p:nvSpPr>
          <p:cNvPr id="7" name="TextBox 6">
            <a:extLst>
              <a:ext uri="{FF2B5EF4-FFF2-40B4-BE49-F238E27FC236}">
                <a16:creationId xmlns:a16="http://schemas.microsoft.com/office/drawing/2014/main" id="{CD0323F9-BFAA-57AC-4423-89C49005E88B}"/>
              </a:ext>
            </a:extLst>
          </p:cNvPr>
          <p:cNvSpPr txBox="1"/>
          <p:nvPr/>
        </p:nvSpPr>
        <p:spPr>
          <a:xfrm>
            <a:off x="1462088" y="1578372"/>
            <a:ext cx="3681412" cy="3241528"/>
          </a:xfrm>
          <a:prstGeom prst="rect">
            <a:avLst/>
          </a:prstGeom>
          <a:noFill/>
        </p:spPr>
        <p:txBody>
          <a:bodyPr wrap="square" rtlCol="0">
            <a:spAutoFit/>
          </a:bodyPr>
          <a:lstStyle/>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vi-VN" sz="1800" kern="100" dirty="0">
                <a:effectLst/>
                <a:latin typeface="+mj-lt"/>
                <a:ea typeface="Malgun Gothic" panose="020B0503020000020004" pitchFamily="34" charset="-127"/>
                <a:cs typeface="Times New Roman" panose="02020603050405020304" pitchFamily="18" charset="0"/>
              </a:rPr>
              <a:t>Nâng cao hiệu suất và hiệu quả của việc lập kế hoạch thông qua quy trình nhất quán</a:t>
            </a:r>
            <a:endParaRPr lang="en-US" sz="1800" kern="100" dirty="0">
              <a:effectLst/>
              <a:latin typeface="+mj-lt"/>
              <a:ea typeface="Malgun Gothic" panose="020B0503020000020004" pitchFamily="34" charset="-127"/>
              <a:cs typeface="Times New Roman" panose="02020603050405020304" pitchFamily="18" charset="0"/>
            </a:endParaRP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vi-VN" sz="1800" kern="100" dirty="0">
                <a:effectLst/>
                <a:latin typeface="+mj-lt"/>
                <a:ea typeface="Malgun Gothic" panose="020B0503020000020004" pitchFamily="34" charset="-127"/>
                <a:cs typeface="Times New Roman" panose="02020603050405020304" pitchFamily="18" charset="0"/>
              </a:rPr>
              <a:t>Điều động và theo dõi quá trình sản xuất liên tục</a:t>
            </a:r>
            <a:endParaRPr lang="en-US" sz="1800" kern="100" dirty="0">
              <a:effectLst/>
              <a:latin typeface="+mj-lt"/>
              <a:ea typeface="Malgun Gothic" panose="020B0503020000020004" pitchFamily="34" charset="-127"/>
              <a:cs typeface="Times New Roman" panose="02020603050405020304" pitchFamily="18" charset="0"/>
            </a:endParaRP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vi-VN" sz="1800" kern="100" dirty="0">
                <a:effectLst/>
                <a:latin typeface="+mj-lt"/>
                <a:ea typeface="Malgun Gothic" panose="020B0503020000020004" pitchFamily="34" charset="-127"/>
                <a:cs typeface="Times New Roman" panose="02020603050405020304" pitchFamily="18" charset="0"/>
              </a:rPr>
              <a:t>Giảm thời gian sản xuất (lead-time), giảm thời gian ngừng sản xuất thông qua việc lập</a:t>
            </a:r>
            <a:endParaRPr lang="en-US" sz="1800" kern="100" dirty="0">
              <a:effectLst/>
              <a:latin typeface="+mj-lt"/>
              <a:ea typeface="Malgun Gothic" panose="020B0503020000020004" pitchFamily="34" charset="-127"/>
              <a:cs typeface="Times New Roman" panose="02020603050405020304" pitchFamily="18" charset="0"/>
            </a:endParaRP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Kế</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hoạch</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tối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ưu</a:t>
            </a:r>
            <a:endPar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p:txBody>
      </p:sp>
      <p:sp>
        <p:nvSpPr>
          <p:cNvPr id="8" name="Content Placeholder 2">
            <a:extLst>
              <a:ext uri="{FF2B5EF4-FFF2-40B4-BE49-F238E27FC236}">
                <a16:creationId xmlns:a16="http://schemas.microsoft.com/office/drawing/2014/main" id="{6DAA6922-DA08-721B-72C9-D83EE72164DE}"/>
              </a:ext>
            </a:extLst>
          </p:cNvPr>
          <p:cNvSpPr txBox="1">
            <a:spLocks/>
          </p:cNvSpPr>
          <p:nvPr/>
        </p:nvSpPr>
        <p:spPr>
          <a:xfrm>
            <a:off x="5700713" y="1270442"/>
            <a:ext cx="6557892" cy="32555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err="1">
                <a:ea typeface="Malgun Gothic" panose="020B0503020000020004" pitchFamily="34" charset="-127"/>
              </a:rPr>
              <a:t>Tối</a:t>
            </a:r>
            <a:r>
              <a:rPr lang="en-US" sz="1800" b="1" dirty="0">
                <a:ea typeface="Malgun Gothic" panose="020B0503020000020004" pitchFamily="34" charset="-127"/>
              </a:rPr>
              <a:t> </a:t>
            </a:r>
            <a:r>
              <a:rPr lang="en-US" sz="1800" b="1" dirty="0" err="1">
                <a:ea typeface="Malgun Gothic" panose="020B0503020000020004" pitchFamily="34" charset="-127"/>
              </a:rPr>
              <a:t>ưu</a:t>
            </a:r>
            <a:r>
              <a:rPr lang="en-US" sz="1800" b="1" dirty="0">
                <a:ea typeface="Malgun Gothic" panose="020B0503020000020004" pitchFamily="34" charset="-127"/>
              </a:rPr>
              <a:t> </a:t>
            </a:r>
            <a:r>
              <a:rPr lang="en-US" sz="1800" b="1" dirty="0" err="1">
                <a:ea typeface="Malgun Gothic" panose="020B0503020000020004" pitchFamily="34" charset="-127"/>
              </a:rPr>
              <a:t>năng</a:t>
            </a:r>
            <a:r>
              <a:rPr lang="en-US" sz="1800" b="1" dirty="0">
                <a:ea typeface="Malgun Gothic" panose="020B0503020000020004" pitchFamily="34" charset="-127"/>
              </a:rPr>
              <a:t> </a:t>
            </a:r>
            <a:r>
              <a:rPr lang="en-US" sz="1800" b="1" dirty="0" err="1">
                <a:ea typeface="Malgun Gothic" panose="020B0503020000020004" pitchFamily="34" charset="-127"/>
              </a:rPr>
              <a:t>lực</a:t>
            </a:r>
            <a:r>
              <a:rPr lang="en-US" sz="1800" b="1" dirty="0">
                <a:ea typeface="Malgun Gothic" panose="020B0503020000020004" pitchFamily="34" charset="-127"/>
              </a:rPr>
              <a:t> </a:t>
            </a:r>
            <a:r>
              <a:rPr lang="en-US" sz="1800" b="1" dirty="0" err="1">
                <a:ea typeface="Malgun Gothic" panose="020B0503020000020004" pitchFamily="34" charset="-127"/>
              </a:rPr>
              <a:t>máy</a:t>
            </a:r>
            <a:r>
              <a:rPr lang="en-US" sz="1800" b="1" dirty="0">
                <a:ea typeface="Malgun Gothic" panose="020B0503020000020004" pitchFamily="34" charset="-127"/>
              </a:rPr>
              <a:t> </a:t>
            </a:r>
            <a:r>
              <a:rPr lang="en-US" sz="1800" b="1" dirty="0" err="1">
                <a:ea typeface="Malgun Gothic" panose="020B0503020000020004" pitchFamily="34" charset="-127"/>
              </a:rPr>
              <a:t>móc</a:t>
            </a:r>
            <a:r>
              <a:rPr lang="en-US" sz="1800" b="1" dirty="0">
                <a:ea typeface="Malgun Gothic" panose="020B0503020000020004" pitchFamily="34" charset="-127"/>
              </a:rPr>
              <a:t> </a:t>
            </a:r>
            <a:r>
              <a:rPr lang="en-US" sz="1800" b="1" dirty="0" err="1">
                <a:ea typeface="Malgun Gothic" panose="020B0503020000020004" pitchFamily="34" charset="-127"/>
              </a:rPr>
              <a:t>và</a:t>
            </a:r>
            <a:r>
              <a:rPr lang="en-US" sz="1800" b="1" dirty="0">
                <a:ea typeface="Malgun Gothic" panose="020B0503020000020004" pitchFamily="34" charset="-127"/>
              </a:rPr>
              <a:t> </a:t>
            </a:r>
            <a:r>
              <a:rPr lang="en-US" sz="1800" b="1" dirty="0" err="1">
                <a:ea typeface="Malgun Gothic" panose="020B0503020000020004" pitchFamily="34" charset="-127"/>
              </a:rPr>
              <a:t>các</a:t>
            </a:r>
            <a:r>
              <a:rPr lang="en-US" sz="1800" b="1" dirty="0">
                <a:ea typeface="Malgun Gothic" panose="020B0503020000020004" pitchFamily="34" charset="-127"/>
              </a:rPr>
              <a:t> </a:t>
            </a:r>
            <a:r>
              <a:rPr lang="en-US" sz="1800" b="1" dirty="0" err="1">
                <a:ea typeface="Malgun Gothic" panose="020B0503020000020004" pitchFamily="34" charset="-127"/>
              </a:rPr>
              <a:t>nguồn</a:t>
            </a:r>
            <a:r>
              <a:rPr lang="en-US" sz="1800" b="1" dirty="0">
                <a:ea typeface="Malgun Gothic" panose="020B0503020000020004" pitchFamily="34" charset="-127"/>
              </a:rPr>
              <a:t> </a:t>
            </a:r>
            <a:r>
              <a:rPr lang="en-US" sz="1800" b="1" dirty="0" err="1">
                <a:ea typeface="Malgun Gothic" panose="020B0503020000020004" pitchFamily="34" charset="-127"/>
              </a:rPr>
              <a:t>lực</a:t>
            </a:r>
            <a:r>
              <a:rPr lang="en-US" sz="1800" b="1" dirty="0">
                <a:ea typeface="Malgun Gothic" panose="020B0503020000020004" pitchFamily="34" charset="-127"/>
              </a:rPr>
              <a:t> </a:t>
            </a:r>
            <a:r>
              <a:rPr lang="en-US" sz="1800" b="1" dirty="0" err="1">
                <a:ea typeface="Malgun Gothic" panose="020B0503020000020004" pitchFamily="34" charset="-127"/>
              </a:rPr>
              <a:t>sản</a:t>
            </a:r>
            <a:r>
              <a:rPr lang="en-US" sz="1800" b="1" dirty="0">
                <a:ea typeface="Malgun Gothic" panose="020B0503020000020004" pitchFamily="34" charset="-127"/>
              </a:rPr>
              <a:t> </a:t>
            </a:r>
            <a:r>
              <a:rPr lang="en-US" sz="1800" b="1" dirty="0" err="1">
                <a:ea typeface="Malgun Gothic" panose="020B0503020000020004" pitchFamily="34" charset="-127"/>
              </a:rPr>
              <a:t>xuất</a:t>
            </a:r>
            <a:r>
              <a:rPr lang="en-US" sz="1800" b="1" dirty="0">
                <a:ea typeface="Malgun Gothic" panose="020B0503020000020004" pitchFamily="34" charset="-127"/>
              </a:rPr>
              <a:t> </a:t>
            </a:r>
            <a:endParaRPr lang="en-US" sz="2400" b="1" dirty="0"/>
          </a:p>
        </p:txBody>
      </p:sp>
      <p:sp>
        <p:nvSpPr>
          <p:cNvPr id="9" name="TextBox 8">
            <a:extLst>
              <a:ext uri="{FF2B5EF4-FFF2-40B4-BE49-F238E27FC236}">
                <a16:creationId xmlns:a16="http://schemas.microsoft.com/office/drawing/2014/main" id="{CD0323F9-BFAA-57AC-4423-89C49005E88B}"/>
              </a:ext>
            </a:extLst>
          </p:cNvPr>
          <p:cNvSpPr txBox="1"/>
          <p:nvPr/>
        </p:nvSpPr>
        <p:spPr>
          <a:xfrm>
            <a:off x="6324600" y="1737646"/>
            <a:ext cx="5162550" cy="2922980"/>
          </a:xfrm>
          <a:prstGeom prst="rect">
            <a:avLst/>
          </a:prstGeom>
          <a:noFill/>
        </p:spPr>
        <p:txBody>
          <a:bodyPr wrap="square" rtlCol="0">
            <a:spAutoFit/>
          </a:bodyPr>
          <a:lstStyle/>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Giảm</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thời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gian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làm</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việc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xử</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lý</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giấy</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tờ</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thủ</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công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và</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tăng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hiệu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quả</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của</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việc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tương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tác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thông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tin</a:t>
            </a: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Tối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ưu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hóa</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hiệu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suất</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vận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hành</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của</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máy</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móc</a:t>
            </a:r>
            <a:endPar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Tối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ưu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nguồn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lực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thông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qua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xử</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lý</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và</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phân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tích</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các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dữ</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liệu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bao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gồm</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quản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lý</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lao</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động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năng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lượng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vận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hành</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thiết</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bị</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thiết</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bị</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&amp;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các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yêu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cầu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thay</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đổi</a:t>
            </a:r>
            <a:endPar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Tăng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khả</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năng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đáp</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ứng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các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yêu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cầu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về</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thời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gian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với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các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mức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độ</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ưu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tiên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công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việc</a:t>
            </a:r>
            <a:endPar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p:txBody>
      </p:sp>
      <p:sp>
        <p:nvSpPr>
          <p:cNvPr id="2" name="Slide Number Placeholder 1">
            <a:extLst>
              <a:ext uri="{FF2B5EF4-FFF2-40B4-BE49-F238E27FC236}">
                <a16:creationId xmlns:a16="http://schemas.microsoft.com/office/drawing/2014/main" id="{DE30E03F-AB2D-E8CB-1A6D-E37F05F74BB2}"/>
              </a:ext>
            </a:extLst>
          </p:cNvPr>
          <p:cNvSpPr>
            <a:spLocks noGrp="1"/>
          </p:cNvSpPr>
          <p:nvPr>
            <p:ph type="sldNum" sz="quarter" idx="12"/>
          </p:nvPr>
        </p:nvSpPr>
        <p:spPr/>
        <p:txBody>
          <a:bodyPr/>
          <a:lstStyle/>
          <a:p>
            <a:fld id="{A826A215-A5F0-48E6-BDB0-DB2528564D1C}" type="slidenum">
              <a:rPr lang="en-US" smtClean="0"/>
              <a:t>15</a:t>
            </a:fld>
            <a:endParaRPr lang="en-US"/>
          </a:p>
        </p:txBody>
      </p:sp>
    </p:spTree>
    <p:extLst>
      <p:ext uri="{BB962C8B-B14F-4D97-AF65-F5344CB8AC3E}">
        <p14:creationId xmlns:p14="http://schemas.microsoft.com/office/powerpoint/2010/main" val="1497791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ppt_x</p:attrName>
                                        </p:attrNameLst>
                                      </p:cBhvr>
                                      <p:tavLst>
                                        <p:tav tm="0">
                                          <p:val>
                                            <p:strVal val="#ppt_x"/>
                                          </p:val>
                                        </p:tav>
                                        <p:tav tm="100000">
                                          <p:val>
                                            <p:strVal val="#ppt_x"/>
                                          </p:val>
                                        </p:tav>
                                      </p:tavLst>
                                    </p:anim>
                                    <p:anim calcmode="lin" valueType="num">
                                      <p:cBhvr additive="base">
                                        <p:cTn id="11" dur="500" fill="hold"/>
                                        <p:tgtEl>
                                          <p:spTgt spid="5"/>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 calcmode="lin" valueType="num">
                                      <p:cBhvr additive="base">
                                        <p:cTn id="14"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6">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1+#ppt_w/2"/>
                                          </p:val>
                                        </p:tav>
                                        <p:tav tm="100000">
                                          <p:val>
                                            <p:strVal val="#ppt_x"/>
                                          </p:val>
                                        </p:tav>
                                      </p:tavLst>
                                    </p:anim>
                                    <p:anim calcmode="lin" valueType="num">
                                      <p:cBhvr additive="base">
                                        <p:cTn id="27"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build="p"/>
      <p:bldP spid="7" grpId="0"/>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9EBEE0D-2D9A-B3A1-4EB3-13AD0BB7D3A3}"/>
              </a:ext>
            </a:extLst>
          </p:cNvPr>
          <p:cNvSpPr txBox="1">
            <a:spLocks/>
          </p:cNvSpPr>
          <p:nvPr/>
        </p:nvSpPr>
        <p:spPr>
          <a:xfrm>
            <a:off x="838200" y="114300"/>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MES</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971CA1CD-41C9-8BF1-D5FB-91E378124F4B}"/>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2.Mục đích sử dụng</a:t>
            </a:r>
            <a:endParaRPr lang="en-US" b="1" dirty="0">
              <a:latin typeface="+mj-lt"/>
            </a:endParaRPr>
          </a:p>
        </p:txBody>
      </p:sp>
      <p:sp>
        <p:nvSpPr>
          <p:cNvPr id="6" name="Content Placeholder 2">
            <a:extLst>
              <a:ext uri="{FF2B5EF4-FFF2-40B4-BE49-F238E27FC236}">
                <a16:creationId xmlns:a16="http://schemas.microsoft.com/office/drawing/2014/main" id="{6DAA6922-DA08-721B-72C9-D83EE72164DE}"/>
              </a:ext>
            </a:extLst>
          </p:cNvPr>
          <p:cNvSpPr>
            <a:spLocks noGrp="1"/>
          </p:cNvSpPr>
          <p:nvPr>
            <p:ph idx="1"/>
          </p:nvPr>
        </p:nvSpPr>
        <p:spPr>
          <a:xfrm>
            <a:off x="904876" y="1431768"/>
            <a:ext cx="5105400" cy="369332"/>
          </a:xfrm>
        </p:spPr>
        <p:txBody>
          <a:bodyPr>
            <a:normAutofit fontScale="92500"/>
          </a:bodyPr>
          <a:lstStyle/>
          <a:p>
            <a:r>
              <a:rPr lang="en-US" sz="1800" b="1" dirty="0" err="1">
                <a:effectLst/>
                <a:ea typeface="Malgun Gothic" panose="020B0503020000020004" pitchFamily="34" charset="-127"/>
              </a:rPr>
              <a:t>Tăng</a:t>
            </a:r>
            <a:r>
              <a:rPr lang="en-US" sz="1800" b="1" dirty="0">
                <a:effectLst/>
                <a:ea typeface="Malgun Gothic" panose="020B0503020000020004" pitchFamily="34" charset="-127"/>
              </a:rPr>
              <a:t> </a:t>
            </a:r>
            <a:r>
              <a:rPr lang="en-US" sz="1800" b="1" dirty="0" err="1">
                <a:effectLst/>
                <a:ea typeface="Malgun Gothic" panose="020B0503020000020004" pitchFamily="34" charset="-127"/>
              </a:rPr>
              <a:t>khả</a:t>
            </a:r>
            <a:r>
              <a:rPr lang="en-US" sz="1800" b="1" dirty="0">
                <a:effectLst/>
                <a:ea typeface="Malgun Gothic" panose="020B0503020000020004" pitchFamily="34" charset="-127"/>
              </a:rPr>
              <a:t> </a:t>
            </a:r>
            <a:r>
              <a:rPr lang="en-US" sz="1800" b="1" dirty="0" err="1">
                <a:effectLst/>
                <a:ea typeface="Malgun Gothic" panose="020B0503020000020004" pitchFamily="34" charset="-127"/>
              </a:rPr>
              <a:t>năng</a:t>
            </a:r>
            <a:r>
              <a:rPr lang="en-US" sz="1800" b="1" dirty="0">
                <a:effectLst/>
                <a:ea typeface="Malgun Gothic" panose="020B0503020000020004" pitchFamily="34" charset="-127"/>
              </a:rPr>
              <a:t> </a:t>
            </a:r>
            <a:r>
              <a:rPr lang="en-US" sz="1800" b="1" dirty="0" err="1">
                <a:effectLst/>
                <a:ea typeface="Malgun Gothic" panose="020B0503020000020004" pitchFamily="34" charset="-127"/>
              </a:rPr>
              <a:t>phối</a:t>
            </a:r>
            <a:r>
              <a:rPr lang="en-US" sz="1800" b="1" dirty="0">
                <a:effectLst/>
                <a:ea typeface="Malgun Gothic" panose="020B0503020000020004" pitchFamily="34" charset="-127"/>
              </a:rPr>
              <a:t> </a:t>
            </a:r>
            <a:r>
              <a:rPr lang="en-US" sz="1800" b="1" dirty="0" err="1">
                <a:effectLst/>
                <a:ea typeface="Malgun Gothic" panose="020B0503020000020004" pitchFamily="34" charset="-127"/>
              </a:rPr>
              <a:t>hợp</a:t>
            </a:r>
            <a:r>
              <a:rPr lang="en-US" sz="1800" b="1" dirty="0">
                <a:effectLst/>
                <a:ea typeface="Malgun Gothic" panose="020B0503020000020004" pitchFamily="34" charset="-127"/>
              </a:rPr>
              <a:t> </a:t>
            </a:r>
            <a:r>
              <a:rPr lang="en-US" sz="1800" b="1" dirty="0" err="1">
                <a:effectLst/>
                <a:ea typeface="Malgun Gothic" panose="020B0503020000020004" pitchFamily="34" charset="-127"/>
              </a:rPr>
              <a:t>và</a:t>
            </a:r>
            <a:r>
              <a:rPr lang="en-US" sz="1800" b="1" dirty="0">
                <a:effectLst/>
                <a:ea typeface="Malgun Gothic" panose="020B0503020000020004" pitchFamily="34" charset="-127"/>
              </a:rPr>
              <a:t> </a:t>
            </a:r>
            <a:r>
              <a:rPr lang="en-US" sz="1800" b="1" dirty="0" err="1">
                <a:effectLst/>
                <a:ea typeface="Malgun Gothic" panose="020B0503020000020004" pitchFamily="34" charset="-127"/>
              </a:rPr>
              <a:t>cải</a:t>
            </a:r>
            <a:r>
              <a:rPr lang="en-US" sz="1800" b="1" dirty="0">
                <a:effectLst/>
                <a:ea typeface="Malgun Gothic" panose="020B0503020000020004" pitchFamily="34" charset="-127"/>
              </a:rPr>
              <a:t> </a:t>
            </a:r>
            <a:r>
              <a:rPr lang="en-US" sz="1800" b="1" dirty="0" err="1">
                <a:effectLst/>
                <a:ea typeface="Malgun Gothic" panose="020B0503020000020004" pitchFamily="34" charset="-127"/>
              </a:rPr>
              <a:t>tiến</a:t>
            </a:r>
            <a:r>
              <a:rPr lang="en-US" sz="1800" b="1" dirty="0">
                <a:effectLst/>
                <a:ea typeface="Malgun Gothic" panose="020B0503020000020004" pitchFamily="34" charset="-127"/>
              </a:rPr>
              <a:t> </a:t>
            </a:r>
            <a:r>
              <a:rPr lang="en-US" sz="1800" b="1" dirty="0" err="1">
                <a:effectLst/>
                <a:ea typeface="Malgun Gothic" panose="020B0503020000020004" pitchFamily="34" charset="-127"/>
              </a:rPr>
              <a:t>các</a:t>
            </a:r>
            <a:r>
              <a:rPr lang="en-US" sz="1800" b="1" dirty="0">
                <a:effectLst/>
                <a:ea typeface="Malgun Gothic" panose="020B0503020000020004" pitchFamily="34" charset="-127"/>
              </a:rPr>
              <a:t> </a:t>
            </a:r>
            <a:r>
              <a:rPr lang="en-US" sz="1800" b="1" dirty="0" err="1">
                <a:effectLst/>
                <a:ea typeface="Malgun Gothic" panose="020B0503020000020004" pitchFamily="34" charset="-127"/>
              </a:rPr>
              <a:t>quy</a:t>
            </a:r>
            <a:r>
              <a:rPr lang="en-US" sz="1800" b="1" dirty="0">
                <a:effectLst/>
                <a:ea typeface="Malgun Gothic" panose="020B0503020000020004" pitchFamily="34" charset="-127"/>
              </a:rPr>
              <a:t> </a:t>
            </a:r>
            <a:r>
              <a:rPr lang="en-US" sz="1800" b="1" dirty="0" err="1">
                <a:effectLst/>
                <a:ea typeface="Malgun Gothic" panose="020B0503020000020004" pitchFamily="34" charset="-127"/>
              </a:rPr>
              <a:t>trình</a:t>
            </a:r>
            <a:r>
              <a:rPr lang="en-US" sz="1800" b="1" dirty="0">
                <a:effectLst/>
                <a:ea typeface="Malgun Gothic" panose="020B0503020000020004" pitchFamily="34" charset="-127"/>
              </a:rPr>
              <a:t> </a:t>
            </a:r>
            <a:endParaRPr lang="en-US" sz="2400" b="1" dirty="0"/>
          </a:p>
        </p:txBody>
      </p:sp>
      <p:sp>
        <p:nvSpPr>
          <p:cNvPr id="7" name="TextBox 6">
            <a:extLst>
              <a:ext uri="{FF2B5EF4-FFF2-40B4-BE49-F238E27FC236}">
                <a16:creationId xmlns:a16="http://schemas.microsoft.com/office/drawing/2014/main" id="{CD0323F9-BFAA-57AC-4423-89C49005E88B}"/>
              </a:ext>
            </a:extLst>
          </p:cNvPr>
          <p:cNvSpPr txBox="1"/>
          <p:nvPr/>
        </p:nvSpPr>
        <p:spPr>
          <a:xfrm>
            <a:off x="1304926" y="1735298"/>
            <a:ext cx="4705350" cy="4299767"/>
          </a:xfrm>
          <a:prstGeom prst="rect">
            <a:avLst/>
          </a:prstGeom>
          <a:noFill/>
        </p:spPr>
        <p:txBody>
          <a:bodyPr wrap="square" rtlCol="0">
            <a:spAutoFit/>
          </a:bodyPr>
          <a:lstStyle/>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Cải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thiện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sự</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phối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hợp</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giữa</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nội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bộ</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với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khả</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năng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hiển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thị</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trạng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thái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công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việc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theo</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thời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gian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thực</a:t>
            </a:r>
            <a:endPar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Giảm</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các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rủi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ro</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vận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hành</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thông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qua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việc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truyền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đạt</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kịp</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thời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các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chỉ</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dẫn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yêu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cầu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công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việc</a:t>
            </a:r>
            <a:endPar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Đáp</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ứng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các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tiêu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chuẩn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tuân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thủ</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quy</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định</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với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hồ</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sơ</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sản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xuất</a:t>
            </a:r>
            <a:endPar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Phát</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hiện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các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điểm</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tắc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nghẽn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và</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có</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phương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án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giải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quyết</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nhanh</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hơn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thông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qua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phân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tích</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hiệu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suất</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quy</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trình</a:t>
            </a:r>
            <a:endPar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L="285750" marR="0" lvl="0" indent="-285750">
              <a:lnSpc>
                <a:spcPct val="115000"/>
              </a:lnSpc>
              <a:spcBef>
                <a:spcPts val="0"/>
              </a:spcBef>
              <a:spcAft>
                <a:spcPts val="800"/>
              </a:spcAft>
              <a:buSzPts val="1000"/>
              <a:buFont typeface="Wingdings" panose="05000000000000000000" pitchFamily="2" charset="2"/>
              <a:buChar char="§"/>
              <a:tabLst>
                <a:tab pos="457200" algn="l"/>
              </a:tabLst>
            </a:pPr>
            <a:endPar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p:txBody>
      </p:sp>
      <p:sp>
        <p:nvSpPr>
          <p:cNvPr id="2" name="Content Placeholder 2">
            <a:extLst>
              <a:ext uri="{FF2B5EF4-FFF2-40B4-BE49-F238E27FC236}">
                <a16:creationId xmlns:a16="http://schemas.microsoft.com/office/drawing/2014/main" id="{6DAA6922-DA08-721B-72C9-D83EE72164DE}"/>
              </a:ext>
            </a:extLst>
          </p:cNvPr>
          <p:cNvSpPr txBox="1">
            <a:spLocks/>
          </p:cNvSpPr>
          <p:nvPr/>
        </p:nvSpPr>
        <p:spPr>
          <a:xfrm>
            <a:off x="6543675" y="1431766"/>
            <a:ext cx="5105400" cy="36933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err="1">
                <a:ea typeface="Malgun Gothic" panose="020B0503020000020004" pitchFamily="34" charset="-127"/>
              </a:rPr>
              <a:t>Nâng</a:t>
            </a:r>
            <a:r>
              <a:rPr lang="en-US" sz="1800" b="1" dirty="0">
                <a:ea typeface="Malgun Gothic" panose="020B0503020000020004" pitchFamily="34" charset="-127"/>
              </a:rPr>
              <a:t> </a:t>
            </a:r>
            <a:r>
              <a:rPr lang="en-US" sz="1800" b="1" dirty="0" err="1">
                <a:ea typeface="Malgun Gothic" panose="020B0503020000020004" pitchFamily="34" charset="-127"/>
              </a:rPr>
              <a:t>cao</a:t>
            </a:r>
            <a:r>
              <a:rPr lang="en-US" sz="1800" b="1" dirty="0">
                <a:ea typeface="Malgun Gothic" panose="020B0503020000020004" pitchFamily="34" charset="-127"/>
              </a:rPr>
              <a:t> </a:t>
            </a:r>
            <a:r>
              <a:rPr lang="en-US" sz="1800" b="1" dirty="0" err="1">
                <a:ea typeface="Malgun Gothic" panose="020B0503020000020004" pitchFamily="34" charset="-127"/>
              </a:rPr>
              <a:t>chất</a:t>
            </a:r>
            <a:r>
              <a:rPr lang="en-US" sz="1800" b="1" dirty="0">
                <a:ea typeface="Malgun Gothic" panose="020B0503020000020004" pitchFamily="34" charset="-127"/>
              </a:rPr>
              <a:t> </a:t>
            </a:r>
            <a:r>
              <a:rPr lang="en-US" sz="1800" b="1" dirty="0" err="1">
                <a:ea typeface="Malgun Gothic" panose="020B0503020000020004" pitchFamily="34" charset="-127"/>
              </a:rPr>
              <a:t>lượng</a:t>
            </a:r>
            <a:r>
              <a:rPr lang="en-US" sz="1800" b="1" dirty="0">
                <a:ea typeface="Malgun Gothic" panose="020B0503020000020004" pitchFamily="34" charset="-127"/>
              </a:rPr>
              <a:t> </a:t>
            </a:r>
            <a:r>
              <a:rPr lang="en-US" sz="1800" b="1" dirty="0" err="1">
                <a:ea typeface="Malgun Gothic" panose="020B0503020000020004" pitchFamily="34" charset="-127"/>
              </a:rPr>
              <a:t>sản</a:t>
            </a:r>
            <a:r>
              <a:rPr lang="en-US" sz="1800" b="1" dirty="0">
                <a:ea typeface="Malgun Gothic" panose="020B0503020000020004" pitchFamily="34" charset="-127"/>
              </a:rPr>
              <a:t> </a:t>
            </a:r>
            <a:r>
              <a:rPr lang="en-US" sz="1800" b="1" dirty="0" err="1">
                <a:ea typeface="Malgun Gothic" panose="020B0503020000020004" pitchFamily="34" charset="-127"/>
              </a:rPr>
              <a:t>phẩm</a:t>
            </a:r>
            <a:r>
              <a:rPr lang="en-US" sz="1800" b="1" dirty="0">
                <a:ea typeface="Malgun Gothic" panose="020B0503020000020004" pitchFamily="34" charset="-127"/>
              </a:rPr>
              <a:t> </a:t>
            </a:r>
            <a:r>
              <a:rPr lang="en-US" sz="1800" b="1" dirty="0" err="1">
                <a:ea typeface="Malgun Gothic" panose="020B0503020000020004" pitchFamily="34" charset="-127"/>
              </a:rPr>
              <a:t>và</a:t>
            </a:r>
            <a:r>
              <a:rPr lang="en-US" sz="1800" b="1" dirty="0">
                <a:ea typeface="Malgun Gothic" panose="020B0503020000020004" pitchFamily="34" charset="-127"/>
              </a:rPr>
              <a:t> </a:t>
            </a:r>
            <a:r>
              <a:rPr lang="en-US" sz="1800" b="1" dirty="0" err="1">
                <a:ea typeface="Malgun Gothic" panose="020B0503020000020004" pitchFamily="34" charset="-127"/>
              </a:rPr>
              <a:t>nguồn</a:t>
            </a:r>
            <a:r>
              <a:rPr lang="en-US" sz="1800" b="1" dirty="0">
                <a:ea typeface="Malgun Gothic" panose="020B0503020000020004" pitchFamily="34" charset="-127"/>
              </a:rPr>
              <a:t> </a:t>
            </a:r>
            <a:r>
              <a:rPr lang="en-US" sz="1800" b="1" dirty="0" err="1">
                <a:ea typeface="Malgun Gothic" panose="020B0503020000020004" pitchFamily="34" charset="-127"/>
              </a:rPr>
              <a:t>dữ</a:t>
            </a:r>
            <a:r>
              <a:rPr lang="en-US" sz="1800" b="1" dirty="0">
                <a:ea typeface="Malgun Gothic" panose="020B0503020000020004" pitchFamily="34" charset="-127"/>
              </a:rPr>
              <a:t> </a:t>
            </a:r>
            <a:r>
              <a:rPr lang="en-US" sz="1800" b="1" dirty="0" err="1">
                <a:ea typeface="Malgun Gothic" panose="020B0503020000020004" pitchFamily="34" charset="-127"/>
              </a:rPr>
              <a:t>liệu</a:t>
            </a:r>
            <a:endParaRPr lang="en-US" sz="2400" b="1" dirty="0"/>
          </a:p>
        </p:txBody>
      </p:sp>
      <p:sp>
        <p:nvSpPr>
          <p:cNvPr id="3" name="TextBox 2">
            <a:extLst>
              <a:ext uri="{FF2B5EF4-FFF2-40B4-BE49-F238E27FC236}">
                <a16:creationId xmlns:a16="http://schemas.microsoft.com/office/drawing/2014/main" id="{CD0323F9-BFAA-57AC-4423-89C49005E88B}"/>
              </a:ext>
            </a:extLst>
          </p:cNvPr>
          <p:cNvSpPr txBox="1"/>
          <p:nvPr/>
        </p:nvSpPr>
        <p:spPr>
          <a:xfrm>
            <a:off x="7124700" y="1970527"/>
            <a:ext cx="4238625" cy="3560077"/>
          </a:xfrm>
          <a:prstGeom prst="rect">
            <a:avLst/>
          </a:prstGeom>
          <a:noFill/>
        </p:spPr>
        <p:txBody>
          <a:bodyPr wrap="square" rtlCol="0">
            <a:spAutoFit/>
          </a:bodyPr>
          <a:lstStyle/>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Phát</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hiện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nguyên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nhân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gốc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rễ</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của</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các</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vấn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đề</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chất</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lượng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với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kiểm</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soát</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quá</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trình</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thống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kê</a:t>
            </a:r>
            <a:endPar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Cảnh</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báo</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sớm</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và</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giảm</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bớt</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rủi</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ro</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chất</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lượng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của</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sản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phẩm</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thông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qua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thập</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dữ</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liệu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cảm</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biến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máy</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và</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cảnh</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báo</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&amp;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thông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báo</a:t>
            </a:r>
            <a:endPar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Lưu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trữ</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và</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tạo</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ra</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nguồn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dữ</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liệu</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chi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tiết</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nhất</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quán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trong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hoạt</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động</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sản</a:t>
            </a:r>
            <a:r>
              <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kern="100" dirty="0" err="1">
                <a:effectLst/>
                <a:latin typeface="Times New Roman" panose="02020603050405020304" pitchFamily="18" charset="0"/>
                <a:ea typeface="Malgun Gothic" panose="020B0503020000020004" pitchFamily="34" charset="-127"/>
                <a:cs typeface="Times New Roman" panose="02020603050405020304" pitchFamily="18" charset="0"/>
              </a:rPr>
              <a:t>xuất</a:t>
            </a:r>
            <a:endPar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a:p>
            <a:pPr marR="0" lvl="0">
              <a:lnSpc>
                <a:spcPct val="115000"/>
              </a:lnSpc>
              <a:spcBef>
                <a:spcPts val="0"/>
              </a:spcBef>
              <a:spcAft>
                <a:spcPts val="800"/>
              </a:spcAft>
              <a:buSzPts val="1000"/>
              <a:tabLst>
                <a:tab pos="457200" algn="l"/>
              </a:tabLst>
            </a:pPr>
            <a:endParaRPr lang="en-US" sz="1800" kern="100" dirty="0">
              <a:effectLst/>
              <a:latin typeface="Times New Roman" panose="02020603050405020304" pitchFamily="18" charset="0"/>
              <a:ea typeface="Malgun Gothic" panose="020B0503020000020004" pitchFamily="34" charset="-127"/>
              <a:cs typeface="Times New Roman" panose="02020603050405020304" pitchFamily="18" charset="0"/>
            </a:endParaRPr>
          </a:p>
        </p:txBody>
      </p:sp>
      <p:sp>
        <p:nvSpPr>
          <p:cNvPr id="8" name="Slide Number Placeholder 7">
            <a:extLst>
              <a:ext uri="{FF2B5EF4-FFF2-40B4-BE49-F238E27FC236}">
                <a16:creationId xmlns:a16="http://schemas.microsoft.com/office/drawing/2014/main" id="{15EA5C2F-1036-93B5-169E-80CE19347A40}"/>
              </a:ext>
            </a:extLst>
          </p:cNvPr>
          <p:cNvSpPr>
            <a:spLocks noGrp="1"/>
          </p:cNvSpPr>
          <p:nvPr>
            <p:ph type="sldNum" sz="quarter" idx="12"/>
          </p:nvPr>
        </p:nvSpPr>
        <p:spPr/>
        <p:txBody>
          <a:bodyPr/>
          <a:lstStyle/>
          <a:p>
            <a:fld id="{A826A215-A5F0-48E6-BDB0-DB2528564D1C}" type="slidenum">
              <a:rPr lang="en-US" smtClean="0"/>
              <a:t>16</a:t>
            </a:fld>
            <a:endParaRPr lang="en-US"/>
          </a:p>
        </p:txBody>
      </p:sp>
    </p:spTree>
    <p:extLst>
      <p:ext uri="{BB962C8B-B14F-4D97-AF65-F5344CB8AC3E}">
        <p14:creationId xmlns:p14="http://schemas.microsoft.com/office/powerpoint/2010/main" val="2853822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ppt_x</p:attrName>
                                        </p:attrNameLst>
                                      </p:cBhvr>
                                      <p:tavLst>
                                        <p:tav tm="0">
                                          <p:val>
                                            <p:strVal val="#ppt_x"/>
                                          </p:val>
                                        </p:tav>
                                        <p:tav tm="100000">
                                          <p:val>
                                            <p:strVal val="#ppt_x"/>
                                          </p:val>
                                        </p:tav>
                                      </p:tavLst>
                                    </p:anim>
                                    <p:anim calcmode="lin" valueType="num">
                                      <p:cBhvr additive="base">
                                        <p:cTn id="11" dur="500" fill="hold"/>
                                        <p:tgtEl>
                                          <p:spTgt spid="5"/>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 calcmode="lin" valueType="num">
                                      <p:cBhvr additive="base">
                                        <p:cTn id="14"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6">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fill="hold"/>
                                        <p:tgtEl>
                                          <p:spTgt spid="3"/>
                                        </p:tgtEl>
                                        <p:attrNameLst>
                                          <p:attrName>ppt_x</p:attrName>
                                        </p:attrNameLst>
                                      </p:cBhvr>
                                      <p:tavLst>
                                        <p:tav tm="0">
                                          <p:val>
                                            <p:strVal val="1+#ppt_w/2"/>
                                          </p:val>
                                        </p:tav>
                                        <p:tav tm="100000">
                                          <p:val>
                                            <p:strVal val="#ppt_x"/>
                                          </p:val>
                                        </p:tav>
                                      </p:tavLst>
                                    </p:anim>
                                    <p:anim calcmode="lin" valueType="num">
                                      <p:cBhvr additive="base">
                                        <p:cTn id="27"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build="p"/>
      <p:bldP spid="7" grpId="0"/>
      <p:bldP spid="2"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553CAB3-AC5C-AD43-C5FE-D902B19542E6}"/>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MES</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1585813A-C85B-C3CB-7DF0-15ADE545DBEF}"/>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graphicFrame>
        <p:nvGraphicFramePr>
          <p:cNvPr id="12" name="Diagram 11">
            <a:extLst>
              <a:ext uri="{FF2B5EF4-FFF2-40B4-BE49-F238E27FC236}">
                <a16:creationId xmlns:a16="http://schemas.microsoft.com/office/drawing/2014/main" id="{32358974-C4D6-F3E6-C7C9-E0865F0A6768}"/>
              </a:ext>
            </a:extLst>
          </p:cNvPr>
          <p:cNvGraphicFramePr/>
          <p:nvPr>
            <p:extLst>
              <p:ext uri="{D42A27DB-BD31-4B8C-83A1-F6EECF244321}">
                <p14:modId xmlns:p14="http://schemas.microsoft.com/office/powerpoint/2010/main" val="1014781451"/>
              </p:ext>
            </p:extLst>
          </p:nvPr>
        </p:nvGraphicFramePr>
        <p:xfrm>
          <a:off x="2260601" y="1600199"/>
          <a:ext cx="9082313" cy="42672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7" name="Group 16">
            <a:extLst>
              <a:ext uri="{FF2B5EF4-FFF2-40B4-BE49-F238E27FC236}">
                <a16:creationId xmlns:a16="http://schemas.microsoft.com/office/drawing/2014/main" id="{38B91930-5A94-BAFF-232D-68C326E1FCA0}"/>
              </a:ext>
            </a:extLst>
          </p:cNvPr>
          <p:cNvGrpSpPr/>
          <p:nvPr/>
        </p:nvGrpSpPr>
        <p:grpSpPr>
          <a:xfrm>
            <a:off x="648379" y="4878161"/>
            <a:ext cx="1115107" cy="989239"/>
            <a:chOff x="648379" y="4878161"/>
            <a:chExt cx="1266825" cy="1190624"/>
          </a:xfrm>
        </p:grpSpPr>
        <p:pic>
          <p:nvPicPr>
            <p:cNvPr id="15" name="Picture 14" descr="A blue and white gear&#10;&#10;Description automatically generated">
              <a:extLst>
                <a:ext uri="{FF2B5EF4-FFF2-40B4-BE49-F238E27FC236}">
                  <a16:creationId xmlns:a16="http://schemas.microsoft.com/office/drawing/2014/main" id="{3A2C2DCB-77B7-B6E0-722D-03A01A5239A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5465" y="4878161"/>
              <a:ext cx="1179739" cy="117973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16" name="TextBox 15">
              <a:extLst>
                <a:ext uri="{FF2B5EF4-FFF2-40B4-BE49-F238E27FC236}">
                  <a16:creationId xmlns:a16="http://schemas.microsoft.com/office/drawing/2014/main" id="{2FA21F51-C035-D17E-FB96-8BACD062FE86}"/>
                </a:ext>
              </a:extLst>
            </p:cNvPr>
            <p:cNvSpPr txBox="1"/>
            <p:nvPr/>
          </p:nvSpPr>
          <p:spPr>
            <a:xfrm>
              <a:off x="648379" y="5699453"/>
              <a:ext cx="1179738" cy="369332"/>
            </a:xfrm>
            <a:prstGeom prst="rect">
              <a:avLst/>
            </a:prstGeom>
            <a:noFill/>
          </p:spPr>
          <p:txBody>
            <a:bodyPr wrap="square" rtlCol="0">
              <a:spAutoFit/>
            </a:bodyPr>
            <a:lstStyle/>
            <a:p>
              <a:r>
                <a:rPr lang="vi-VN" dirty="0">
                  <a:ln w="0"/>
                  <a:solidFill>
                    <a:schemeClr val="accent1"/>
                  </a:solidFill>
                  <a:effectLst>
                    <a:outerShdw blurRad="38100" dist="25400" dir="5400000" algn="ctr" rotWithShape="0">
                      <a:srgbClr val="6E747A">
                        <a:alpha val="43000"/>
                      </a:srgbClr>
                    </a:outerShdw>
                  </a:effectLst>
                  <a:latin typeface="+mj-lt"/>
                </a:rPr>
                <a:t>Function</a:t>
              </a:r>
              <a:endParaRPr lang="en-US" dirty="0">
                <a:ln w="0"/>
                <a:solidFill>
                  <a:schemeClr val="accent1"/>
                </a:solidFill>
                <a:effectLst>
                  <a:outerShdw blurRad="38100" dist="25400" dir="5400000" algn="ctr" rotWithShape="0">
                    <a:srgbClr val="6E747A">
                      <a:alpha val="43000"/>
                    </a:srgbClr>
                  </a:outerShdw>
                </a:effectLst>
                <a:latin typeface="+mj-lt"/>
              </a:endParaRPr>
            </a:p>
          </p:txBody>
        </p:sp>
      </p:grpSp>
      <p:sp>
        <p:nvSpPr>
          <p:cNvPr id="2" name="Slide Number Placeholder 1">
            <a:extLst>
              <a:ext uri="{FF2B5EF4-FFF2-40B4-BE49-F238E27FC236}">
                <a16:creationId xmlns:a16="http://schemas.microsoft.com/office/drawing/2014/main" id="{C08D3054-76FB-59F6-DC14-E4AFEE7B1EEB}"/>
              </a:ext>
            </a:extLst>
          </p:cNvPr>
          <p:cNvSpPr>
            <a:spLocks noGrp="1"/>
          </p:cNvSpPr>
          <p:nvPr>
            <p:ph type="sldNum" sz="quarter" idx="12"/>
          </p:nvPr>
        </p:nvSpPr>
        <p:spPr/>
        <p:txBody>
          <a:bodyPr/>
          <a:lstStyle/>
          <a:p>
            <a:fld id="{A826A215-A5F0-48E6-BDB0-DB2528564D1C}" type="slidenum">
              <a:rPr lang="en-US" smtClean="0"/>
              <a:t>17</a:t>
            </a:fld>
            <a:endParaRPr lang="en-US"/>
          </a:p>
        </p:txBody>
      </p:sp>
    </p:spTree>
    <p:extLst>
      <p:ext uri="{BB962C8B-B14F-4D97-AF65-F5344CB8AC3E}">
        <p14:creationId xmlns:p14="http://schemas.microsoft.com/office/powerpoint/2010/main" val="374301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ppt_x</p:attrName>
                                        </p:attrNameLst>
                                      </p:cBhvr>
                                      <p:tavLst>
                                        <p:tav tm="0">
                                          <p:val>
                                            <p:strVal val="#ppt_x"/>
                                          </p:val>
                                        </p:tav>
                                        <p:tav tm="100000">
                                          <p:val>
                                            <p:strVal val="#ppt_x"/>
                                          </p:val>
                                        </p:tav>
                                      </p:tavLst>
                                    </p:anim>
                                    <p:anim calcmode="lin" valueType="num">
                                      <p:cBhvr additive="base">
                                        <p:cTn id="11" dur="500" fill="hold"/>
                                        <p:tgtEl>
                                          <p:spTgt spid="5"/>
                                        </p:tgtEl>
                                        <p:attrNameLst>
                                          <p:attrName>ppt_y</p:attrName>
                                        </p:attrNameLst>
                                      </p:cBhvr>
                                      <p:tavLst>
                                        <p:tav tm="0">
                                          <p:val>
                                            <p:strVal val="1+#ppt_h/2"/>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fill="hold"/>
                                        <p:tgtEl>
                                          <p:spTgt spid="17"/>
                                        </p:tgtEl>
                                        <p:attrNameLst>
                                          <p:attrName>ppt_x</p:attrName>
                                        </p:attrNameLst>
                                      </p:cBhvr>
                                      <p:tavLst>
                                        <p:tav tm="0">
                                          <p:val>
                                            <p:strVal val="#ppt_x"/>
                                          </p:val>
                                        </p:tav>
                                        <p:tav tm="100000">
                                          <p:val>
                                            <p:strVal val="#ppt_x"/>
                                          </p:val>
                                        </p:tav>
                                      </p:tavLst>
                                    </p:anim>
                                    <p:anim calcmode="lin" valueType="num">
                                      <p:cBhvr additive="base">
                                        <p:cTn id="15" dur="500" fill="hold"/>
                                        <p:tgtEl>
                                          <p:spTgt spid="17"/>
                                        </p:tgtEl>
                                        <p:attrNameLst>
                                          <p:attrName>ppt_y</p:attrName>
                                        </p:attrNameLst>
                                      </p:cBhvr>
                                      <p:tavLst>
                                        <p:tav tm="0">
                                          <p:val>
                                            <p:strVal val="1+#ppt_h/2"/>
                                          </p:val>
                                        </p:tav>
                                        <p:tav tm="100000">
                                          <p:val>
                                            <p:strVal val="#ppt_y"/>
                                          </p:val>
                                        </p:tav>
                                      </p:tavLst>
                                    </p:anim>
                                  </p:childTnLst>
                                </p:cTn>
                              </p:par>
                              <p:par>
                                <p:cTn id="16" presetID="53" presetClass="entr" presetSubtype="16"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1500" fill="hold"/>
                                        <p:tgtEl>
                                          <p:spTgt spid="12"/>
                                        </p:tgtEl>
                                        <p:attrNameLst>
                                          <p:attrName>ppt_w</p:attrName>
                                        </p:attrNameLst>
                                      </p:cBhvr>
                                      <p:tavLst>
                                        <p:tav tm="0">
                                          <p:val>
                                            <p:fltVal val="0"/>
                                          </p:val>
                                        </p:tav>
                                        <p:tav tm="100000">
                                          <p:val>
                                            <p:strVal val="#ppt_w"/>
                                          </p:val>
                                        </p:tav>
                                      </p:tavLst>
                                    </p:anim>
                                    <p:anim calcmode="lin" valueType="num">
                                      <p:cBhvr>
                                        <p:cTn id="19" dur="1500" fill="hold"/>
                                        <p:tgtEl>
                                          <p:spTgt spid="12"/>
                                        </p:tgtEl>
                                        <p:attrNameLst>
                                          <p:attrName>ppt_h</p:attrName>
                                        </p:attrNameLst>
                                      </p:cBhvr>
                                      <p:tavLst>
                                        <p:tav tm="0">
                                          <p:val>
                                            <p:fltVal val="0"/>
                                          </p:val>
                                        </p:tav>
                                        <p:tav tm="100000">
                                          <p:val>
                                            <p:strVal val="#ppt_h"/>
                                          </p:val>
                                        </p:tav>
                                      </p:tavLst>
                                    </p:anim>
                                    <p:animEffect transition="in" filter="fade">
                                      <p:cBhvr>
                                        <p:cTn id="20" dur="1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Graphic spid="12"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9EBEE0D-2D9A-B3A1-4EB3-13AD0BB7D3A3}"/>
              </a:ext>
            </a:extLst>
          </p:cNvPr>
          <p:cNvSpPr txBox="1">
            <a:spLocks/>
          </p:cNvSpPr>
          <p:nvPr/>
        </p:nvSpPr>
        <p:spPr>
          <a:xfrm>
            <a:off x="838200" y="114300"/>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rPr>
              <a:t>HỆ THỐNG MES</a:t>
            </a:r>
            <a:endParaRPr lang="en-US" b="1" spc="50" dirty="0">
              <a:ln w="0"/>
              <a:solidFill>
                <a:schemeClr val="accent1">
                  <a:lumMod val="75000"/>
                </a:schemeClr>
              </a:solidFill>
              <a:effectLst>
                <a:innerShdw blurRad="63500" dist="50800" dir="13500000">
                  <a:srgbClr val="000000">
                    <a:alpha val="50000"/>
                  </a:srgbClr>
                </a:innerShdw>
              </a:effectLst>
            </a:endParaRPr>
          </a:p>
        </p:txBody>
      </p:sp>
      <p:sp>
        <p:nvSpPr>
          <p:cNvPr id="8" name="TextBox 7">
            <a:extLst>
              <a:ext uri="{FF2B5EF4-FFF2-40B4-BE49-F238E27FC236}">
                <a16:creationId xmlns:a16="http://schemas.microsoft.com/office/drawing/2014/main" id="{B690A6C0-3F4A-10ED-0978-4E405666BDA7}"/>
              </a:ext>
            </a:extLst>
          </p:cNvPr>
          <p:cNvSpPr txBox="1"/>
          <p:nvPr/>
        </p:nvSpPr>
        <p:spPr>
          <a:xfrm>
            <a:off x="838200" y="800100"/>
            <a:ext cx="5419725" cy="369332"/>
          </a:xfrm>
          <a:prstGeom prst="rect">
            <a:avLst/>
          </a:prstGeom>
          <a:noFill/>
        </p:spPr>
        <p:txBody>
          <a:bodyPr wrap="square" rtlCol="0">
            <a:spAutoFit/>
          </a:bodyPr>
          <a:lstStyle/>
          <a:p>
            <a:r>
              <a:rPr lang="vi-VN" b="1" dirty="0">
                <a:latin typeface="Times New Roman" panose="02020603050405020304" pitchFamily="18" charset="0"/>
                <a:cs typeface="Times New Roman" panose="02020603050405020304" pitchFamily="18" charset="0"/>
              </a:rPr>
              <a:t>3.Chức năng chính</a:t>
            </a:r>
            <a:endParaRPr lang="en-US" b="1" dirty="0">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B34DFD1E-17F2-FA64-E36D-3E846A6CCF85}"/>
              </a:ext>
            </a:extLst>
          </p:cNvPr>
          <p:cNvSpPr txBox="1">
            <a:spLocks/>
          </p:cNvSpPr>
          <p:nvPr/>
        </p:nvSpPr>
        <p:spPr>
          <a:xfrm>
            <a:off x="1039454" y="1559342"/>
            <a:ext cx="10515600" cy="581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sz="1800" b="1" dirty="0">
                <a:effectLst/>
                <a:ea typeface="Malgun Gothic" panose="020B0503020000020004" pitchFamily="34" charset="-127"/>
              </a:rPr>
              <a:t>Quản lý hoạt động sản xuất</a:t>
            </a:r>
            <a:endParaRPr lang="en-US" sz="2400" b="1" dirty="0"/>
          </a:p>
        </p:txBody>
      </p:sp>
      <p:sp>
        <p:nvSpPr>
          <p:cNvPr id="11" name="TextBox 10">
            <a:extLst>
              <a:ext uri="{FF2B5EF4-FFF2-40B4-BE49-F238E27FC236}">
                <a16:creationId xmlns:a16="http://schemas.microsoft.com/office/drawing/2014/main" id="{F2173425-1D29-742F-C69A-27A4C453106A}"/>
              </a:ext>
            </a:extLst>
          </p:cNvPr>
          <p:cNvSpPr txBox="1"/>
          <p:nvPr/>
        </p:nvSpPr>
        <p:spPr>
          <a:xfrm>
            <a:off x="1160206" y="2015612"/>
            <a:ext cx="9773265" cy="1477328"/>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nhóm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này</a:t>
            </a:r>
            <a:r>
              <a:rPr lang="en-US" dirty="0">
                <a:latin typeface="Times New Roman" panose="02020603050405020304" pitchFamily="18" charset="0"/>
                <a:cs typeface="Times New Roman" panose="02020603050405020304" pitchFamily="18" charset="0"/>
              </a:rPr>
              <a:t> bao </a:t>
            </a:r>
            <a:r>
              <a:rPr lang="en-US" dirty="0" err="1">
                <a:latin typeface="Times New Roman" panose="02020603050405020304" pitchFamily="18" charset="0"/>
                <a:cs typeface="Times New Roman" panose="02020603050405020304" pitchFamily="18" charset="0"/>
              </a:rPr>
              <a:t>gồm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xuất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nguồn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xuất</a:t>
            </a:r>
            <a:r>
              <a:rPr lang="en-US" dirty="0">
                <a:latin typeface="Times New Roman" panose="02020603050405020304" pitchFamily="18" charset="0"/>
                <a:cs typeface="Times New Roman" panose="02020603050405020304" pitchFamily="18" charset="0"/>
              </a:rPr>
              <a:t>.</a:t>
            </a:r>
            <a:endParaRPr lang="vi-V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xuất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luôn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nhật</a:t>
            </a:r>
            <a:r>
              <a:rPr lang="en-US" dirty="0">
                <a:latin typeface="Times New Roman" panose="02020603050405020304" pitchFamily="18" charset="0"/>
                <a:cs typeface="Times New Roman" panose="02020603050405020304" pitchFamily="18" charset="0"/>
              </a:rPr>
              <a:t>, qua </a:t>
            </a:r>
            <a:r>
              <a:rPr lang="en-US" dirty="0" err="1">
                <a:latin typeface="Times New Roman" panose="02020603050405020304" pitchFamily="18" charset="0"/>
                <a:cs typeface="Times New Roman" panose="02020603050405020304" pitchFamily="18" charset="0"/>
              </a:rPr>
              <a:t>đó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rủi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ro</a:t>
            </a:r>
            <a:r>
              <a:rPr lang="en-US" dirty="0">
                <a:latin typeface="Times New Roman" panose="02020603050405020304" pitchFamily="18" charset="0"/>
                <a:cs typeface="Times New Roman" panose="02020603050405020304" pitchFamily="18" charset="0"/>
              </a:rPr>
              <a:t> do </a:t>
            </a:r>
            <a:r>
              <a:rPr lang="en-US" dirty="0" err="1">
                <a:latin typeface="Times New Roman" panose="02020603050405020304" pitchFamily="18" charset="0"/>
                <a:cs typeface="Times New Roman" panose="02020603050405020304" pitchFamily="18" charset="0"/>
              </a:rPr>
              <a:t>thiếu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hoặc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nhau</a:t>
            </a:r>
            <a:r>
              <a:rPr lang="en-US" dirty="0">
                <a:latin typeface="Times New Roman" panose="02020603050405020304" pitchFamily="18" charset="0"/>
                <a:cs typeface="Times New Roman" panose="02020603050405020304" pitchFamily="18" charset="0"/>
              </a:rPr>
              <a:t> ở </a:t>
            </a:r>
            <a:r>
              <a:rPr lang="en-US" dirty="0" err="1">
                <a:latin typeface="Times New Roman" panose="02020603050405020304" pitchFamily="18" charset="0"/>
                <a:cs typeface="Times New Roman" panose="02020603050405020304" pitchFamily="18" charset="0"/>
              </a:rPr>
              <a:t>tất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khâu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xuất</a:t>
            </a:r>
            <a:r>
              <a:rPr lang="en-US" dirty="0">
                <a:latin typeface="Times New Roman" panose="02020603050405020304" pitchFamily="18" charset="0"/>
                <a:cs typeface="Times New Roman" panose="02020603050405020304" pitchFamily="18" charset="0"/>
              </a:rPr>
              <a:t>.</a:t>
            </a:r>
          </a:p>
        </p:txBody>
      </p:sp>
      <p:sp>
        <p:nvSpPr>
          <p:cNvPr id="12" name="Content Placeholder 2">
            <a:extLst>
              <a:ext uri="{FF2B5EF4-FFF2-40B4-BE49-F238E27FC236}">
                <a16:creationId xmlns:a16="http://schemas.microsoft.com/office/drawing/2014/main" id="{F665F9C9-0D41-7707-AEF2-8F0FE367FC2B}"/>
              </a:ext>
            </a:extLst>
          </p:cNvPr>
          <p:cNvSpPr txBox="1">
            <a:spLocks/>
          </p:cNvSpPr>
          <p:nvPr/>
        </p:nvSpPr>
        <p:spPr>
          <a:xfrm>
            <a:off x="1160206" y="4022324"/>
            <a:ext cx="10515600" cy="581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sz="1800" b="1" dirty="0">
                <a:effectLst/>
                <a:ea typeface="Malgun Gothic" panose="020B0503020000020004" pitchFamily="34" charset="-127"/>
              </a:rPr>
              <a:t>Quản lý các nguồn lực sản xuất</a:t>
            </a:r>
            <a:endParaRPr lang="en-US" sz="2400" b="1" dirty="0"/>
          </a:p>
        </p:txBody>
      </p:sp>
      <p:sp>
        <p:nvSpPr>
          <p:cNvPr id="13" name="TextBox 12">
            <a:extLst>
              <a:ext uri="{FF2B5EF4-FFF2-40B4-BE49-F238E27FC236}">
                <a16:creationId xmlns:a16="http://schemas.microsoft.com/office/drawing/2014/main" id="{2BB51B3C-1963-0BD5-432C-74FFFEBFD4D9}"/>
              </a:ext>
            </a:extLst>
          </p:cNvPr>
          <p:cNvSpPr txBox="1"/>
          <p:nvPr/>
        </p:nvSpPr>
        <p:spPr>
          <a:xfrm>
            <a:off x="1280958" y="4478594"/>
            <a:ext cx="9773265" cy="923330"/>
          </a:xfrm>
          <a:prstGeom prst="rect">
            <a:avLst/>
          </a:prstGeom>
          <a:noFill/>
        </p:spPr>
        <p:txBody>
          <a:bodyPr wrap="square" rtlCol="0">
            <a:spAutoFit/>
          </a:bodyPr>
          <a:lstStyle/>
          <a:p>
            <a:r>
              <a:rPr lang="vi-VN" dirty="0">
                <a:latin typeface="Times New Roman" panose="02020603050405020304" pitchFamily="18" charset="0"/>
                <a:cs typeface="Times New Roman" panose="02020603050405020304" pitchFamily="18" charset="0"/>
              </a:rPr>
              <a:t>Bao gồm các chức năng cho phép xác định và theo dõi trạng thái của các nguồn lực của nhà máy và cách chúng được sử dụng trong quá trình sản xuất bảo gồm cả các loại nguyên vật liệu, bán thành phẩm và nguồn lực về nhân công nhân sự.</a:t>
            </a:r>
            <a:endParaRPr lang="en-US"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0313D3FD-BD68-4F9A-69FC-DB5B38523A52}"/>
              </a:ext>
            </a:extLst>
          </p:cNvPr>
          <p:cNvSpPr>
            <a:spLocks noGrp="1"/>
          </p:cNvSpPr>
          <p:nvPr>
            <p:ph type="sldNum" sz="quarter" idx="12"/>
          </p:nvPr>
        </p:nvSpPr>
        <p:spPr/>
        <p:txBody>
          <a:bodyPr/>
          <a:lstStyle/>
          <a:p>
            <a:fld id="{A826A215-A5F0-48E6-BDB0-DB2528564D1C}" type="slidenum">
              <a:rPr lang="en-US" smtClean="0"/>
              <a:t>18</a:t>
            </a:fld>
            <a:endParaRPr lang="en-US"/>
          </a:p>
        </p:txBody>
      </p:sp>
    </p:spTree>
    <p:extLst>
      <p:ext uri="{BB962C8B-B14F-4D97-AF65-F5344CB8AC3E}">
        <p14:creationId xmlns:p14="http://schemas.microsoft.com/office/powerpoint/2010/main" val="1184877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500" fill="hold"/>
                                        <p:tgtEl>
                                          <p:spTgt spid="8"/>
                                        </p:tgtEl>
                                        <p:attrNameLst>
                                          <p:attrName>ppt_x</p:attrName>
                                        </p:attrNameLst>
                                      </p:cBhvr>
                                      <p:tavLst>
                                        <p:tav tm="0">
                                          <p:val>
                                            <p:strVal val="#ppt_x"/>
                                          </p:val>
                                        </p:tav>
                                        <p:tav tm="100000">
                                          <p:val>
                                            <p:strVal val="#ppt_x"/>
                                          </p:val>
                                        </p:tav>
                                      </p:tavLst>
                                    </p:anim>
                                    <p:anim calcmode="lin" valueType="num">
                                      <p:cBhvr additive="base">
                                        <p:cTn id="11" dur="500" fill="hold"/>
                                        <p:tgtEl>
                                          <p:spTgt spid="8"/>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1+#ppt_w/2"/>
                                          </p:val>
                                        </p:tav>
                                        <p:tav tm="100000">
                                          <p:val>
                                            <p:strVal val="#ppt_x"/>
                                          </p:val>
                                        </p:tav>
                                      </p:tavLst>
                                    </p:anim>
                                    <p:anim calcmode="lin" valueType="num">
                                      <p:cBhvr additive="base">
                                        <p:cTn id="23" dur="500" fill="hold"/>
                                        <p:tgtEl>
                                          <p:spTgt spid="13"/>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1+#ppt_w/2"/>
                                          </p:val>
                                        </p:tav>
                                        <p:tav tm="100000">
                                          <p:val>
                                            <p:strVal val="#ppt_x"/>
                                          </p:val>
                                        </p:tav>
                                      </p:tavLst>
                                    </p:anim>
                                    <p:anim calcmode="lin" valueType="num">
                                      <p:cBhvr additive="base">
                                        <p:cTn id="27"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9" grpId="0"/>
      <p:bldP spid="11" grpId="0"/>
      <p:bldP spid="12"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9EBEE0D-2D9A-B3A1-4EB3-13AD0BB7D3A3}"/>
              </a:ext>
            </a:extLst>
          </p:cNvPr>
          <p:cNvSpPr txBox="1">
            <a:spLocks/>
          </p:cNvSpPr>
          <p:nvPr/>
        </p:nvSpPr>
        <p:spPr>
          <a:xfrm>
            <a:off x="838200" y="114300"/>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MES</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8" name="TextBox 7">
            <a:extLst>
              <a:ext uri="{FF2B5EF4-FFF2-40B4-BE49-F238E27FC236}">
                <a16:creationId xmlns:a16="http://schemas.microsoft.com/office/drawing/2014/main" id="{B690A6C0-3F4A-10ED-0978-4E405666BDA7}"/>
              </a:ext>
            </a:extLst>
          </p:cNvPr>
          <p:cNvSpPr txBox="1"/>
          <p:nvPr/>
        </p:nvSpPr>
        <p:spPr>
          <a:xfrm>
            <a:off x="838200" y="800100"/>
            <a:ext cx="5419725" cy="369332"/>
          </a:xfrm>
          <a:prstGeom prst="rect">
            <a:avLst/>
          </a:prstGeom>
          <a:noFill/>
        </p:spPr>
        <p:txBody>
          <a:bodyPr wrap="square" rtlCol="0">
            <a:spAutoFit/>
          </a:bodyPr>
          <a:lstStyle/>
          <a:p>
            <a:r>
              <a:rPr lang="vi-VN" b="1" dirty="0">
                <a:latin typeface="+mj-lt"/>
                <a:cs typeface="Times New Roman" panose="02020603050405020304" pitchFamily="18" charset="0"/>
              </a:rPr>
              <a:t>3.Chức năng chính</a:t>
            </a:r>
            <a:endParaRPr lang="en-US" b="1" dirty="0">
              <a:latin typeface="+mj-lt"/>
              <a:cs typeface="Times New Roman" panose="02020603050405020304" pitchFamily="18" charset="0"/>
            </a:endParaRPr>
          </a:p>
        </p:txBody>
      </p:sp>
      <p:sp>
        <p:nvSpPr>
          <p:cNvPr id="9" name="Content Placeholder 2">
            <a:extLst>
              <a:ext uri="{FF2B5EF4-FFF2-40B4-BE49-F238E27FC236}">
                <a16:creationId xmlns:a16="http://schemas.microsoft.com/office/drawing/2014/main" id="{B34DFD1E-17F2-FA64-E36D-3E846A6CCF85}"/>
              </a:ext>
            </a:extLst>
          </p:cNvPr>
          <p:cNvSpPr txBox="1">
            <a:spLocks/>
          </p:cNvSpPr>
          <p:nvPr/>
        </p:nvSpPr>
        <p:spPr>
          <a:xfrm>
            <a:off x="1120877" y="1903471"/>
            <a:ext cx="10515600" cy="581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sz="1800" b="1" dirty="0">
                <a:effectLst/>
                <a:latin typeface="+mj-lt"/>
                <a:ea typeface="Malgun Gothic" panose="020B0503020000020004" pitchFamily="34" charset="-127"/>
                <a:cs typeface="Times New Roman" panose="02020603050405020304" pitchFamily="18" charset="0"/>
              </a:rPr>
              <a:t>Quản lý các thông tin về sản phẩm</a:t>
            </a:r>
            <a:endParaRPr lang="en-US" sz="2400" b="1" dirty="0">
              <a:latin typeface="+mj-lt"/>
            </a:endParaRPr>
          </a:p>
        </p:txBody>
      </p:sp>
      <p:sp>
        <p:nvSpPr>
          <p:cNvPr id="11" name="TextBox 10">
            <a:extLst>
              <a:ext uri="{FF2B5EF4-FFF2-40B4-BE49-F238E27FC236}">
                <a16:creationId xmlns:a16="http://schemas.microsoft.com/office/drawing/2014/main" id="{F2173425-1D29-742F-C69A-27A4C453106A}"/>
              </a:ext>
            </a:extLst>
          </p:cNvPr>
          <p:cNvSpPr txBox="1"/>
          <p:nvPr/>
        </p:nvSpPr>
        <p:spPr>
          <a:xfrm>
            <a:off x="1241629" y="2359741"/>
            <a:ext cx="9773265" cy="369332"/>
          </a:xfrm>
          <a:prstGeom prst="rect">
            <a:avLst/>
          </a:prstGeom>
          <a:noFill/>
        </p:spPr>
        <p:txBody>
          <a:bodyPr wrap="square" rtlCol="0">
            <a:spAutoFit/>
          </a:bodyPr>
          <a:lstStyle/>
          <a:p>
            <a:r>
              <a:rPr lang="vi-VN" dirty="0">
                <a:latin typeface="+mj-lt"/>
                <a:cs typeface="Times New Roman" panose="02020603050405020304" pitchFamily="18" charset="0"/>
              </a:rPr>
              <a:t>Cho phép theo dõi thông tin sản phẩm, cung cấp các công cụ cần thiết để quản lý chất lượng sản phẩm. </a:t>
            </a:r>
            <a:endParaRPr lang="en-US" dirty="0">
              <a:latin typeface="+mj-lt"/>
              <a:cs typeface="Times New Roman" panose="02020603050405020304" pitchFamily="18" charset="0"/>
            </a:endParaRPr>
          </a:p>
        </p:txBody>
      </p:sp>
      <p:sp>
        <p:nvSpPr>
          <p:cNvPr id="12" name="Content Placeholder 2">
            <a:extLst>
              <a:ext uri="{FF2B5EF4-FFF2-40B4-BE49-F238E27FC236}">
                <a16:creationId xmlns:a16="http://schemas.microsoft.com/office/drawing/2014/main" id="{F665F9C9-0D41-7707-AEF2-8F0FE367FC2B}"/>
              </a:ext>
            </a:extLst>
          </p:cNvPr>
          <p:cNvSpPr txBox="1">
            <a:spLocks/>
          </p:cNvSpPr>
          <p:nvPr/>
        </p:nvSpPr>
        <p:spPr>
          <a:xfrm>
            <a:off x="1120877" y="3737189"/>
            <a:ext cx="10515600" cy="581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sz="1800" b="1" dirty="0">
                <a:effectLst/>
                <a:latin typeface="+mj-lt"/>
                <a:ea typeface="Malgun Gothic" panose="020B0503020000020004" pitchFamily="34" charset="-127"/>
                <a:cs typeface="Times New Roman" panose="02020603050405020304" pitchFamily="18" charset="0"/>
              </a:rPr>
              <a:t>Quản lý máy móc</a:t>
            </a:r>
            <a:r>
              <a:rPr lang="en-US" sz="1800" b="1" dirty="0">
                <a:effectLst/>
                <a:latin typeface="+mj-lt"/>
                <a:ea typeface="Malgun Gothic" panose="020B0503020000020004" pitchFamily="34" charset="-127"/>
                <a:cs typeface="Times New Roman" panose="02020603050405020304" pitchFamily="18" charset="0"/>
              </a:rPr>
              <a:t>,</a:t>
            </a:r>
            <a:r>
              <a:rPr lang="vi-VN" sz="1800" b="1" dirty="0">
                <a:effectLst/>
                <a:latin typeface="+mj-lt"/>
                <a:ea typeface="Malgun Gothic" panose="020B0503020000020004" pitchFamily="34" charset="-127"/>
                <a:cs typeface="Times New Roman" panose="02020603050405020304" pitchFamily="18" charset="0"/>
              </a:rPr>
              <a:t> thiết bị</a:t>
            </a:r>
            <a:endParaRPr lang="en-US" sz="2400" b="1" dirty="0">
              <a:latin typeface="+mj-lt"/>
            </a:endParaRPr>
          </a:p>
        </p:txBody>
      </p:sp>
      <p:sp>
        <p:nvSpPr>
          <p:cNvPr id="13" name="TextBox 12">
            <a:extLst>
              <a:ext uri="{FF2B5EF4-FFF2-40B4-BE49-F238E27FC236}">
                <a16:creationId xmlns:a16="http://schemas.microsoft.com/office/drawing/2014/main" id="{2BB51B3C-1963-0BD5-432C-74FFFEBFD4D9}"/>
              </a:ext>
            </a:extLst>
          </p:cNvPr>
          <p:cNvSpPr txBox="1"/>
          <p:nvPr/>
        </p:nvSpPr>
        <p:spPr>
          <a:xfrm>
            <a:off x="1241629" y="4193459"/>
            <a:ext cx="9773265" cy="646331"/>
          </a:xfrm>
          <a:prstGeom prst="rect">
            <a:avLst/>
          </a:prstGeom>
          <a:noFill/>
        </p:spPr>
        <p:txBody>
          <a:bodyPr wrap="square" rtlCol="0">
            <a:spAutoFit/>
          </a:bodyPr>
          <a:lstStyle/>
          <a:p>
            <a:r>
              <a:rPr lang="vi-VN" dirty="0">
                <a:latin typeface="+mj-lt"/>
                <a:cs typeface="Times New Roman" panose="02020603050405020304" pitchFamily="18" charset="0"/>
              </a:rPr>
              <a:t>Cho phép phân tích hiệu suất tổng thể của máy móc thiết bị, xây dựng kế hoạch bảo trì</a:t>
            </a:r>
            <a:r>
              <a:rPr lang="en-US" dirty="0">
                <a:latin typeface="+mj-lt"/>
                <a:cs typeface="Times New Roman" panose="02020603050405020304" pitchFamily="18" charset="0"/>
              </a:rPr>
              <a:t>/ </a:t>
            </a:r>
            <a:r>
              <a:rPr lang="en-US" dirty="0" err="1">
                <a:latin typeface="+mj-lt"/>
                <a:cs typeface="Times New Roman" panose="02020603050405020304" pitchFamily="18" charset="0"/>
              </a:rPr>
              <a:t>thay</a:t>
            </a:r>
            <a:r>
              <a:rPr lang="en-US" dirty="0">
                <a:latin typeface="+mj-lt"/>
                <a:cs typeface="Times New Roman" panose="02020603050405020304" pitchFamily="18" charset="0"/>
              </a:rPr>
              <a:t> </a:t>
            </a:r>
            <a:r>
              <a:rPr lang="vi-VN" dirty="0">
                <a:latin typeface="+mj-lt"/>
                <a:cs typeface="Times New Roman" panose="02020603050405020304" pitchFamily="18" charset="0"/>
              </a:rPr>
              <a:t>thế nhằm giảm thời gian ngừng hoạt động và gián đoạn sản xuất. </a:t>
            </a:r>
            <a:endParaRPr lang="en-US" dirty="0">
              <a:latin typeface="+mj-lt"/>
              <a:cs typeface="Times New Roman" panose="02020603050405020304" pitchFamily="18" charset="0"/>
            </a:endParaRPr>
          </a:p>
        </p:txBody>
      </p:sp>
      <p:sp>
        <p:nvSpPr>
          <p:cNvPr id="2" name="Slide Number Placeholder 1">
            <a:extLst>
              <a:ext uri="{FF2B5EF4-FFF2-40B4-BE49-F238E27FC236}">
                <a16:creationId xmlns:a16="http://schemas.microsoft.com/office/drawing/2014/main" id="{7620C010-6B1D-2FAF-13B9-FEE9C1FE2F7B}"/>
              </a:ext>
            </a:extLst>
          </p:cNvPr>
          <p:cNvSpPr>
            <a:spLocks noGrp="1"/>
          </p:cNvSpPr>
          <p:nvPr>
            <p:ph type="sldNum" sz="quarter" idx="12"/>
          </p:nvPr>
        </p:nvSpPr>
        <p:spPr/>
        <p:txBody>
          <a:bodyPr/>
          <a:lstStyle/>
          <a:p>
            <a:fld id="{A826A215-A5F0-48E6-BDB0-DB2528564D1C}" type="slidenum">
              <a:rPr lang="en-US" smtClean="0"/>
              <a:t>19</a:t>
            </a:fld>
            <a:endParaRPr lang="en-US"/>
          </a:p>
        </p:txBody>
      </p:sp>
    </p:spTree>
    <p:extLst>
      <p:ext uri="{BB962C8B-B14F-4D97-AF65-F5344CB8AC3E}">
        <p14:creationId xmlns:p14="http://schemas.microsoft.com/office/powerpoint/2010/main" val="2855472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500" fill="hold"/>
                                        <p:tgtEl>
                                          <p:spTgt spid="8"/>
                                        </p:tgtEl>
                                        <p:attrNameLst>
                                          <p:attrName>ppt_x</p:attrName>
                                        </p:attrNameLst>
                                      </p:cBhvr>
                                      <p:tavLst>
                                        <p:tav tm="0">
                                          <p:val>
                                            <p:strVal val="#ppt_x"/>
                                          </p:val>
                                        </p:tav>
                                        <p:tav tm="100000">
                                          <p:val>
                                            <p:strVal val="#ppt_x"/>
                                          </p:val>
                                        </p:tav>
                                      </p:tavLst>
                                    </p:anim>
                                    <p:anim calcmode="lin" valueType="num">
                                      <p:cBhvr additive="base">
                                        <p:cTn id="11" dur="500" fill="hold"/>
                                        <p:tgtEl>
                                          <p:spTgt spid="8"/>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fill="hold"/>
                                        <p:tgtEl>
                                          <p:spTgt spid="12"/>
                                        </p:tgtEl>
                                        <p:attrNameLst>
                                          <p:attrName>ppt_x</p:attrName>
                                        </p:attrNameLst>
                                      </p:cBhvr>
                                      <p:tavLst>
                                        <p:tav tm="0">
                                          <p:val>
                                            <p:strVal val="#ppt_x"/>
                                          </p:val>
                                        </p:tav>
                                        <p:tav tm="100000">
                                          <p:val>
                                            <p:strVal val="#ppt_x"/>
                                          </p:val>
                                        </p:tav>
                                      </p:tavLst>
                                    </p:anim>
                                    <p:anim calcmode="lin" valueType="num">
                                      <p:cBhvr additive="base">
                                        <p:cTn id="15" dur="500" fill="hold"/>
                                        <p:tgtEl>
                                          <p:spTgt spid="12"/>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1+#ppt_w/2"/>
                                          </p:val>
                                        </p:tav>
                                        <p:tav tm="100000">
                                          <p:val>
                                            <p:strVal val="#ppt_x"/>
                                          </p:val>
                                        </p:tav>
                                      </p:tavLst>
                                    </p:anim>
                                    <p:anim calcmode="lin" valueType="num">
                                      <p:cBhvr additive="base">
                                        <p:cTn id="23" dur="500" fill="hold"/>
                                        <p:tgtEl>
                                          <p:spTgt spid="11"/>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1+#ppt_w/2"/>
                                          </p:val>
                                        </p:tav>
                                        <p:tav tm="100000">
                                          <p:val>
                                            <p:strVal val="#ppt_x"/>
                                          </p:val>
                                        </p:tav>
                                      </p:tavLst>
                                    </p:anim>
                                    <p:anim calcmode="lin" valueType="num">
                                      <p:cBhvr additive="base">
                                        <p:cTn id="27"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9" grpId="0"/>
      <p:bldP spid="11" grpId="0"/>
      <p:bldP spid="12" grpId="0"/>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377E6F-978B-1538-3768-C6BC2FF28755}"/>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MES</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FDD0D5FA-BBE4-D06E-C9FC-2C27A0734DEF}"/>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4.Hướng dẫn đăng nhập sử dụng</a:t>
            </a:r>
            <a:endParaRPr lang="en-US" b="1" dirty="0">
              <a:latin typeface="+mj-lt"/>
            </a:endParaRPr>
          </a:p>
        </p:txBody>
      </p:sp>
      <p:sp>
        <p:nvSpPr>
          <p:cNvPr id="7" name="TextBox 6">
            <a:extLst>
              <a:ext uri="{FF2B5EF4-FFF2-40B4-BE49-F238E27FC236}">
                <a16:creationId xmlns:a16="http://schemas.microsoft.com/office/drawing/2014/main" id="{9C67B736-B919-2B49-35F7-4241B79B5977}"/>
              </a:ext>
            </a:extLst>
          </p:cNvPr>
          <p:cNvSpPr txBox="1"/>
          <p:nvPr/>
        </p:nvSpPr>
        <p:spPr>
          <a:xfrm>
            <a:off x="1114423" y="1203166"/>
            <a:ext cx="4981577" cy="369332"/>
          </a:xfrm>
          <a:prstGeom prst="rect">
            <a:avLst/>
          </a:prstGeom>
          <a:noFill/>
        </p:spPr>
        <p:txBody>
          <a:bodyPr wrap="square" rtlCol="0">
            <a:spAutoFit/>
          </a:bodyPr>
          <a:lstStyle/>
          <a:p>
            <a:r>
              <a:rPr lang="vi-VN" dirty="0">
                <a:latin typeface="+mj-lt"/>
              </a:rPr>
              <a:t>Mở phần mềm </a:t>
            </a:r>
            <a:r>
              <a:rPr lang="vi-VN" dirty="0">
                <a:solidFill>
                  <a:srgbClr val="00B0F0"/>
                </a:solidFill>
                <a:latin typeface="+mj-lt"/>
              </a:rPr>
              <a:t>MES Client </a:t>
            </a:r>
            <a:r>
              <a:rPr lang="vi-VN" dirty="0">
                <a:latin typeface="+mj-lt"/>
              </a:rPr>
              <a:t>(Desktop/ Thanh Bar) </a:t>
            </a:r>
            <a:endParaRPr lang="en-US" dirty="0">
              <a:latin typeface="+mj-lt"/>
            </a:endParaRPr>
          </a:p>
        </p:txBody>
      </p:sp>
      <p:sp>
        <p:nvSpPr>
          <p:cNvPr id="9" name="TextBox 8">
            <a:extLst>
              <a:ext uri="{FF2B5EF4-FFF2-40B4-BE49-F238E27FC236}">
                <a16:creationId xmlns:a16="http://schemas.microsoft.com/office/drawing/2014/main" id="{FC06575A-4B27-8754-7DE4-38963CE87073}"/>
              </a:ext>
            </a:extLst>
          </p:cNvPr>
          <p:cNvSpPr txBox="1"/>
          <p:nvPr/>
        </p:nvSpPr>
        <p:spPr>
          <a:xfrm>
            <a:off x="1641699" y="1645591"/>
            <a:ext cx="4386943" cy="369332"/>
          </a:xfrm>
          <a:prstGeom prst="rect">
            <a:avLst/>
          </a:prstGeom>
          <a:noFill/>
        </p:spPr>
        <p:txBody>
          <a:bodyPr wrap="square" rtlCol="0">
            <a:spAutoFit/>
          </a:bodyPr>
          <a:lstStyle/>
          <a:p>
            <a:r>
              <a:rPr lang="vi-VN" dirty="0">
                <a:latin typeface="+mj-lt"/>
              </a:rPr>
              <a:t>Nhập thông tin ID &amp; Password</a:t>
            </a:r>
            <a:endParaRPr lang="en-US" dirty="0">
              <a:latin typeface="+mj-lt"/>
            </a:endParaRPr>
          </a:p>
        </p:txBody>
      </p:sp>
      <p:pic>
        <p:nvPicPr>
          <p:cNvPr id="12" name="Picture 11">
            <a:extLst>
              <a:ext uri="{FF2B5EF4-FFF2-40B4-BE49-F238E27FC236}">
                <a16:creationId xmlns:a16="http://schemas.microsoft.com/office/drawing/2014/main" id="{4A66B64D-ABD8-5CC6-2758-524BCBDD216E}"/>
              </a:ext>
            </a:extLst>
          </p:cNvPr>
          <p:cNvPicPr>
            <a:picLocks noChangeAspect="1"/>
          </p:cNvPicPr>
          <p:nvPr/>
        </p:nvPicPr>
        <p:blipFill>
          <a:blip r:embed="rId3"/>
          <a:stretch>
            <a:fillRect/>
          </a:stretch>
        </p:blipFill>
        <p:spPr>
          <a:xfrm>
            <a:off x="939293" y="2292407"/>
            <a:ext cx="3628140" cy="2974918"/>
          </a:xfrm>
          <a:prstGeom prst="rect">
            <a:avLst/>
          </a:prstGeom>
        </p:spPr>
      </p:pic>
      <p:pic>
        <p:nvPicPr>
          <p:cNvPr id="16" name="Picture 15">
            <a:extLst>
              <a:ext uri="{FF2B5EF4-FFF2-40B4-BE49-F238E27FC236}">
                <a16:creationId xmlns:a16="http://schemas.microsoft.com/office/drawing/2014/main" id="{6CC96AC2-E6BC-D4D2-67C2-DA9716C734D8}"/>
              </a:ext>
            </a:extLst>
          </p:cNvPr>
          <p:cNvPicPr>
            <a:picLocks noChangeAspect="1"/>
          </p:cNvPicPr>
          <p:nvPr/>
        </p:nvPicPr>
        <p:blipFill>
          <a:blip r:embed="rId4"/>
          <a:stretch>
            <a:fillRect/>
          </a:stretch>
        </p:blipFill>
        <p:spPr>
          <a:xfrm>
            <a:off x="4572000" y="2292407"/>
            <a:ext cx="5549395" cy="2993486"/>
          </a:xfrm>
          <a:prstGeom prst="rect">
            <a:avLst/>
          </a:prstGeom>
        </p:spPr>
      </p:pic>
      <p:sp>
        <p:nvSpPr>
          <p:cNvPr id="2" name="Slide Number Placeholder 1">
            <a:extLst>
              <a:ext uri="{FF2B5EF4-FFF2-40B4-BE49-F238E27FC236}">
                <a16:creationId xmlns:a16="http://schemas.microsoft.com/office/drawing/2014/main" id="{43B1B7A9-74C0-C9B8-B7CE-51ADCD846BB8}"/>
              </a:ext>
            </a:extLst>
          </p:cNvPr>
          <p:cNvSpPr>
            <a:spLocks noGrp="1"/>
          </p:cNvSpPr>
          <p:nvPr>
            <p:ph type="sldNum" sz="quarter" idx="12"/>
          </p:nvPr>
        </p:nvSpPr>
        <p:spPr/>
        <p:txBody>
          <a:bodyPr/>
          <a:lstStyle/>
          <a:p>
            <a:fld id="{A826A215-A5F0-48E6-BDB0-DB2528564D1C}" type="slidenum">
              <a:rPr lang="en-US" smtClean="0"/>
              <a:t>20</a:t>
            </a:fld>
            <a:endParaRPr lang="en-US"/>
          </a:p>
        </p:txBody>
      </p:sp>
    </p:spTree>
    <p:extLst>
      <p:ext uri="{BB962C8B-B14F-4D97-AF65-F5344CB8AC3E}">
        <p14:creationId xmlns:p14="http://schemas.microsoft.com/office/powerpoint/2010/main" val="2546156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500" fill="hold"/>
                                        <p:tgtEl>
                                          <p:spTgt spid="5"/>
                                        </p:tgtEl>
                                        <p:attrNameLst>
                                          <p:attrName>ppt_x</p:attrName>
                                        </p:attrNameLst>
                                      </p:cBhvr>
                                      <p:tavLst>
                                        <p:tav tm="0">
                                          <p:val>
                                            <p:strVal val="#ppt_x"/>
                                          </p:val>
                                        </p:tav>
                                        <p:tav tm="100000">
                                          <p:val>
                                            <p:strVal val="#ppt_x"/>
                                          </p:val>
                                        </p:tav>
                                      </p:tavLst>
                                    </p:anim>
                                    <p:anim calcmode="lin" valueType="num">
                                      <p:cBhvr additive="base">
                                        <p:cTn id="11" dur="500" fill="hold"/>
                                        <p:tgtEl>
                                          <p:spTgt spid="5"/>
                                        </p:tgtEl>
                                        <p:attrNameLst>
                                          <p:attrName>ppt_y</p:attrName>
                                        </p:attrNameLst>
                                      </p:cBhvr>
                                      <p:tavLst>
                                        <p:tav tm="0">
                                          <p:val>
                                            <p:strVal val="1+#ppt_h/2"/>
                                          </p:val>
                                        </p:tav>
                                        <p:tav tm="100000">
                                          <p:val>
                                            <p:strVal val="#ppt_y"/>
                                          </p:val>
                                        </p:tav>
                                      </p:tavLst>
                                    </p:anim>
                                  </p:childTnLst>
                                </p:cTn>
                              </p:par>
                              <p:par>
                                <p:cTn id="12" presetID="2" presetClass="entr" presetSubtype="2"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1+#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1+#ppt_w/2"/>
                                          </p:val>
                                        </p:tav>
                                        <p:tav tm="100000">
                                          <p:val>
                                            <p:strVal val="#ppt_x"/>
                                          </p:val>
                                        </p:tav>
                                      </p:tavLst>
                                    </p:anim>
                                    <p:anim calcmode="lin" valueType="num">
                                      <p:cBhvr additive="base">
                                        <p:cTn id="19" dur="500" fill="hold"/>
                                        <p:tgtEl>
                                          <p:spTgt spid="9"/>
                                        </p:tgtEl>
                                        <p:attrNameLst>
                                          <p:attrName>ppt_y</p:attrName>
                                        </p:attrNameLst>
                                      </p:cBhvr>
                                      <p:tavLst>
                                        <p:tav tm="0">
                                          <p:val>
                                            <p:strVal val="#ppt_y"/>
                                          </p:val>
                                        </p:tav>
                                        <p:tav tm="100000">
                                          <p:val>
                                            <p:strVal val="#ppt_y"/>
                                          </p:val>
                                        </p:tav>
                                      </p:tavLst>
                                    </p:anim>
                                  </p:childTnLst>
                                </p:cTn>
                              </p:par>
                              <p:par>
                                <p:cTn id="20" presetID="53" presetClass="entr" presetSubtype="16"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par>
                                <p:cTn id="25" presetID="53" presetClass="entr" presetSubtype="16"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377E6F-978B-1538-3768-C6BC2FF28755}"/>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MES</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FDD0D5FA-BBE4-D06E-C9FC-2C27A0734DEF}"/>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4.Hướng dẫn đăng nhập sử dụng</a:t>
            </a:r>
            <a:endParaRPr lang="en-US" b="1" dirty="0">
              <a:latin typeface="+mj-lt"/>
            </a:endParaRPr>
          </a:p>
        </p:txBody>
      </p:sp>
      <p:sp>
        <p:nvSpPr>
          <p:cNvPr id="7" name="TextBox 6">
            <a:extLst>
              <a:ext uri="{FF2B5EF4-FFF2-40B4-BE49-F238E27FC236}">
                <a16:creationId xmlns:a16="http://schemas.microsoft.com/office/drawing/2014/main" id="{9C67B736-B919-2B49-35F7-4241B79B5977}"/>
              </a:ext>
            </a:extLst>
          </p:cNvPr>
          <p:cNvSpPr txBox="1"/>
          <p:nvPr/>
        </p:nvSpPr>
        <p:spPr>
          <a:xfrm>
            <a:off x="1114423" y="1203166"/>
            <a:ext cx="4914219" cy="369332"/>
          </a:xfrm>
          <a:prstGeom prst="rect">
            <a:avLst/>
          </a:prstGeom>
          <a:noFill/>
        </p:spPr>
        <p:txBody>
          <a:bodyPr wrap="square" rtlCol="0">
            <a:spAutoFit/>
          </a:bodyPr>
          <a:lstStyle/>
          <a:p>
            <a:r>
              <a:rPr lang="vi-VN" dirty="0">
                <a:latin typeface="+mj-lt"/>
              </a:rPr>
              <a:t>Mở phần mềm </a:t>
            </a:r>
            <a:r>
              <a:rPr lang="vi-VN" dirty="0">
                <a:solidFill>
                  <a:srgbClr val="FF0000"/>
                </a:solidFill>
                <a:latin typeface="+mj-lt"/>
              </a:rPr>
              <a:t>MES Report </a:t>
            </a:r>
            <a:r>
              <a:rPr lang="vi-VN" dirty="0">
                <a:latin typeface="+mj-lt"/>
              </a:rPr>
              <a:t>(Desktop/ Thanh Bar) </a:t>
            </a:r>
            <a:endParaRPr lang="en-US" dirty="0">
              <a:latin typeface="+mj-lt"/>
            </a:endParaRPr>
          </a:p>
        </p:txBody>
      </p:sp>
      <p:sp>
        <p:nvSpPr>
          <p:cNvPr id="9" name="TextBox 8">
            <a:extLst>
              <a:ext uri="{FF2B5EF4-FFF2-40B4-BE49-F238E27FC236}">
                <a16:creationId xmlns:a16="http://schemas.microsoft.com/office/drawing/2014/main" id="{FC06575A-4B27-8754-7DE4-38963CE87073}"/>
              </a:ext>
            </a:extLst>
          </p:cNvPr>
          <p:cNvSpPr txBox="1"/>
          <p:nvPr/>
        </p:nvSpPr>
        <p:spPr>
          <a:xfrm>
            <a:off x="1641699" y="1645591"/>
            <a:ext cx="4386943" cy="369332"/>
          </a:xfrm>
          <a:prstGeom prst="rect">
            <a:avLst/>
          </a:prstGeom>
          <a:noFill/>
        </p:spPr>
        <p:txBody>
          <a:bodyPr wrap="square" rtlCol="0">
            <a:spAutoFit/>
          </a:bodyPr>
          <a:lstStyle/>
          <a:p>
            <a:r>
              <a:rPr lang="vi-VN" dirty="0">
                <a:latin typeface="+mj-lt"/>
              </a:rPr>
              <a:t>Nhập thông tin ID &amp; Password</a:t>
            </a:r>
            <a:endParaRPr lang="en-US" dirty="0">
              <a:latin typeface="+mj-lt"/>
            </a:endParaRPr>
          </a:p>
        </p:txBody>
      </p:sp>
      <p:pic>
        <p:nvPicPr>
          <p:cNvPr id="3" name="Picture 2">
            <a:extLst>
              <a:ext uri="{FF2B5EF4-FFF2-40B4-BE49-F238E27FC236}">
                <a16:creationId xmlns:a16="http://schemas.microsoft.com/office/drawing/2014/main" id="{F986DB01-8ACE-4737-D1DF-E1EEFAA43BB7}"/>
              </a:ext>
            </a:extLst>
          </p:cNvPr>
          <p:cNvPicPr>
            <a:picLocks noChangeAspect="1"/>
          </p:cNvPicPr>
          <p:nvPr/>
        </p:nvPicPr>
        <p:blipFill>
          <a:blip r:embed="rId3"/>
          <a:stretch>
            <a:fillRect/>
          </a:stretch>
        </p:blipFill>
        <p:spPr>
          <a:xfrm>
            <a:off x="718521" y="2290666"/>
            <a:ext cx="4234479" cy="3459418"/>
          </a:xfrm>
          <a:prstGeom prst="rect">
            <a:avLst/>
          </a:prstGeom>
        </p:spPr>
      </p:pic>
      <p:pic>
        <p:nvPicPr>
          <p:cNvPr id="8" name="Picture 7">
            <a:extLst>
              <a:ext uri="{FF2B5EF4-FFF2-40B4-BE49-F238E27FC236}">
                <a16:creationId xmlns:a16="http://schemas.microsoft.com/office/drawing/2014/main" id="{7348FDE1-A69E-5645-601C-28DB212F693F}"/>
              </a:ext>
            </a:extLst>
          </p:cNvPr>
          <p:cNvPicPr>
            <a:picLocks noChangeAspect="1"/>
          </p:cNvPicPr>
          <p:nvPr/>
        </p:nvPicPr>
        <p:blipFill>
          <a:blip r:embed="rId4"/>
          <a:stretch>
            <a:fillRect/>
          </a:stretch>
        </p:blipFill>
        <p:spPr>
          <a:xfrm>
            <a:off x="4953000" y="2195416"/>
            <a:ext cx="6781475" cy="3643409"/>
          </a:xfrm>
          <a:prstGeom prst="rect">
            <a:avLst/>
          </a:prstGeom>
        </p:spPr>
      </p:pic>
      <p:sp>
        <p:nvSpPr>
          <p:cNvPr id="2" name="Slide Number Placeholder 1">
            <a:extLst>
              <a:ext uri="{FF2B5EF4-FFF2-40B4-BE49-F238E27FC236}">
                <a16:creationId xmlns:a16="http://schemas.microsoft.com/office/drawing/2014/main" id="{FDC4A931-92AB-481E-9FFD-EC21275602C9}"/>
              </a:ext>
            </a:extLst>
          </p:cNvPr>
          <p:cNvSpPr>
            <a:spLocks noGrp="1"/>
          </p:cNvSpPr>
          <p:nvPr>
            <p:ph type="sldNum" sz="quarter" idx="12"/>
          </p:nvPr>
        </p:nvSpPr>
        <p:spPr/>
        <p:txBody>
          <a:bodyPr/>
          <a:lstStyle/>
          <a:p>
            <a:fld id="{A826A215-A5F0-48E6-BDB0-DB2528564D1C}" type="slidenum">
              <a:rPr lang="en-US" smtClean="0"/>
              <a:t>21</a:t>
            </a:fld>
            <a:endParaRPr lang="en-US"/>
          </a:p>
        </p:txBody>
      </p:sp>
    </p:spTree>
    <p:extLst>
      <p:ext uri="{BB962C8B-B14F-4D97-AF65-F5344CB8AC3E}">
        <p14:creationId xmlns:p14="http://schemas.microsoft.com/office/powerpoint/2010/main" val="3255983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1+#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1+#ppt_w/2"/>
                                          </p:val>
                                        </p:tav>
                                        <p:tav tm="100000">
                                          <p:val>
                                            <p:strVal val="#ppt_x"/>
                                          </p:val>
                                        </p:tav>
                                      </p:tavLst>
                                    </p:anim>
                                    <p:anim calcmode="lin" valueType="num">
                                      <p:cBhvr additive="base">
                                        <p:cTn id="23"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down)">
                                      <p:cBhvr>
                                        <p:cTn id="28" dur="500"/>
                                        <p:tgtEl>
                                          <p:spTgt spid="3"/>
                                        </p:tgtEl>
                                      </p:cBhvr>
                                    </p:animEffect>
                                  </p:childTnLst>
                                </p:cTn>
                              </p:par>
                              <p:par>
                                <p:cTn id="29" presetID="22" presetClass="entr" presetSubtype="4"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down)">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377E6F-978B-1538-3768-C6BC2FF28755}"/>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GROUPWARE-POVIS</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6" name="TextBox 5">
            <a:extLst>
              <a:ext uri="{FF2B5EF4-FFF2-40B4-BE49-F238E27FC236}">
                <a16:creationId xmlns:a16="http://schemas.microsoft.com/office/drawing/2014/main" id="{F8CC75E2-DA2D-CCB8-FF4B-5F0E1E7B42B8}"/>
              </a:ext>
            </a:extLst>
          </p:cNvPr>
          <p:cNvSpPr txBox="1"/>
          <p:nvPr/>
        </p:nvSpPr>
        <p:spPr>
          <a:xfrm>
            <a:off x="838200" y="800100"/>
            <a:ext cx="5419725" cy="369332"/>
          </a:xfrm>
          <a:prstGeom prst="rect">
            <a:avLst/>
          </a:prstGeom>
          <a:noFill/>
        </p:spPr>
        <p:txBody>
          <a:bodyPr wrap="square" rtlCol="0">
            <a:spAutoFit/>
          </a:bodyPr>
          <a:lstStyle/>
          <a:p>
            <a:pPr marL="342900" indent="-342900">
              <a:buFont typeface="+mj-lt"/>
              <a:buAutoNum type="arabicPeriod"/>
            </a:pPr>
            <a:r>
              <a:rPr lang="vi-VN" b="1" dirty="0">
                <a:latin typeface="+mj-lt"/>
              </a:rPr>
              <a:t>Khái niệm cơ bản</a:t>
            </a:r>
            <a:endParaRPr lang="en-US" b="1" dirty="0">
              <a:latin typeface="+mj-lt"/>
            </a:endParaRPr>
          </a:p>
        </p:txBody>
      </p:sp>
      <p:sp>
        <p:nvSpPr>
          <p:cNvPr id="10" name="TextBox 9">
            <a:extLst>
              <a:ext uri="{FF2B5EF4-FFF2-40B4-BE49-F238E27FC236}">
                <a16:creationId xmlns:a16="http://schemas.microsoft.com/office/drawing/2014/main" id="{376BD925-6806-91A0-8E72-D873E2A7A3F7}"/>
              </a:ext>
            </a:extLst>
          </p:cNvPr>
          <p:cNvSpPr txBox="1"/>
          <p:nvPr/>
        </p:nvSpPr>
        <p:spPr>
          <a:xfrm>
            <a:off x="4343400" y="1093143"/>
            <a:ext cx="7143750" cy="1030090"/>
          </a:xfrm>
          <a:prstGeom prst="rect">
            <a:avLst/>
          </a:prstGeom>
          <a:noFill/>
        </p:spPr>
        <p:txBody>
          <a:bodyPr wrap="square" rtlCol="0">
            <a:spAutoFit/>
          </a:bodyPr>
          <a:lstStyle/>
          <a:p>
            <a:pPr marL="0" marR="0">
              <a:lnSpc>
                <a:spcPct val="115000"/>
              </a:lnSpc>
              <a:spcBef>
                <a:spcPts val="0"/>
              </a:spcBef>
              <a:spcAft>
                <a:spcPts val="800"/>
              </a:spcAft>
            </a:pPr>
            <a:r>
              <a:rPr lang="vi-VN" sz="1800" kern="100" dirty="0">
                <a:effectLst/>
                <a:latin typeface="+mj-lt"/>
                <a:ea typeface="Malgun Gothic" panose="020B0503020000020004" pitchFamily="34" charset="-127"/>
                <a:cs typeface="Times New Roman" panose="02020603050405020304" pitchFamily="18" charset="0"/>
              </a:rPr>
              <a:t>Groupware(Phân hệ Công ty) là hệ thống quản lý tổng hợp các tính năng hỗ trợ cho việc điều hành và chia sẻ nội dung công việc giữa các nhân viên như Phê duyệt điện tử, Bảng thông tin nội bộ...</a:t>
            </a:r>
            <a:endParaRPr lang="en-US" dirty="0">
              <a:latin typeface="+mj-lt"/>
            </a:endParaRPr>
          </a:p>
        </p:txBody>
      </p:sp>
      <p:sp>
        <p:nvSpPr>
          <p:cNvPr id="11" name="TextBox 10">
            <a:extLst>
              <a:ext uri="{FF2B5EF4-FFF2-40B4-BE49-F238E27FC236}">
                <a16:creationId xmlns:a16="http://schemas.microsoft.com/office/drawing/2014/main" id="{23382E94-4961-4E85-3A33-F61CDE116108}"/>
              </a:ext>
            </a:extLst>
          </p:cNvPr>
          <p:cNvSpPr txBox="1"/>
          <p:nvPr/>
        </p:nvSpPr>
        <p:spPr>
          <a:xfrm>
            <a:off x="4343400" y="2703136"/>
            <a:ext cx="7143750" cy="395173"/>
          </a:xfrm>
          <a:prstGeom prst="rect">
            <a:avLst/>
          </a:prstGeom>
          <a:noFill/>
        </p:spPr>
        <p:txBody>
          <a:bodyPr wrap="square" rtlCol="0">
            <a:spAutoFit/>
          </a:bodyPr>
          <a:lstStyle/>
          <a:p>
            <a:pPr marL="0" marR="0">
              <a:lnSpc>
                <a:spcPct val="115000"/>
              </a:lnSpc>
              <a:spcBef>
                <a:spcPts val="0"/>
              </a:spcBef>
              <a:spcAft>
                <a:spcPts val="800"/>
              </a:spcAft>
            </a:pPr>
            <a:r>
              <a:rPr lang="vi-VN" sz="1800" kern="100" dirty="0">
                <a:effectLst/>
                <a:latin typeface="+mj-lt"/>
                <a:ea typeface="Malgun Gothic" panose="020B0503020000020004" pitchFamily="34" charset="-127"/>
                <a:cs typeface="Times New Roman" panose="02020603050405020304" pitchFamily="18" charset="0"/>
              </a:rPr>
              <a:t>Là một giải pháp quản trị cho doanh nghiệp</a:t>
            </a:r>
            <a:endParaRPr lang="en-US" sz="1800" kern="100" dirty="0">
              <a:effectLst/>
              <a:latin typeface="+mj-lt"/>
              <a:ea typeface="Malgun Gothic" panose="020B0503020000020004" pitchFamily="34" charset="-127"/>
              <a:cs typeface="Times New Roman" panose="02020603050405020304" pitchFamily="18" charset="0"/>
            </a:endParaRPr>
          </a:p>
        </p:txBody>
      </p:sp>
      <p:pic>
        <p:nvPicPr>
          <p:cNvPr id="12" name="Picture 11" descr="A green and white button&#10;&#10;Description automatically generated">
            <a:extLst>
              <a:ext uri="{FF2B5EF4-FFF2-40B4-BE49-F238E27FC236}">
                <a16:creationId xmlns:a16="http://schemas.microsoft.com/office/drawing/2014/main" id="{D360A20C-277D-8447-4846-0923B5F59A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460" y="4815930"/>
            <a:ext cx="1149441" cy="1149441"/>
          </a:xfrm>
          <a:prstGeom prst="rect">
            <a:avLst/>
          </a:prstGeom>
        </p:spPr>
      </p:pic>
      <p:pic>
        <p:nvPicPr>
          <p:cNvPr id="13" name="Picture 12" descr="A group of blue hexagons with white icons&#10;&#10;Description automatically generated">
            <a:extLst>
              <a:ext uri="{FF2B5EF4-FFF2-40B4-BE49-F238E27FC236}">
                <a16:creationId xmlns:a16="http://schemas.microsoft.com/office/drawing/2014/main" id="{4AAED2FB-C548-7232-A2CB-5D1D8253DD83}"/>
              </a:ext>
            </a:extLst>
          </p:cNvPr>
          <p:cNvPicPr>
            <a:picLocks noChangeAspect="1"/>
          </p:cNvPicPr>
          <p:nvPr/>
        </p:nvPicPr>
        <p:blipFill>
          <a:blip r:embed="rId4"/>
          <a:stretch>
            <a:fillRect/>
          </a:stretch>
        </p:blipFill>
        <p:spPr>
          <a:xfrm>
            <a:off x="838198" y="1203166"/>
            <a:ext cx="3321426" cy="221954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2" name="Slide Number Placeholder 1">
            <a:extLst>
              <a:ext uri="{FF2B5EF4-FFF2-40B4-BE49-F238E27FC236}">
                <a16:creationId xmlns:a16="http://schemas.microsoft.com/office/drawing/2014/main" id="{E2592FF9-AC50-CAFA-B9D9-496906BB9AF0}"/>
              </a:ext>
            </a:extLst>
          </p:cNvPr>
          <p:cNvSpPr>
            <a:spLocks noGrp="1"/>
          </p:cNvSpPr>
          <p:nvPr>
            <p:ph type="sldNum" sz="quarter" idx="12"/>
          </p:nvPr>
        </p:nvSpPr>
        <p:spPr/>
        <p:txBody>
          <a:bodyPr/>
          <a:lstStyle/>
          <a:p>
            <a:fld id="{A826A215-A5F0-48E6-BDB0-DB2528564D1C}" type="slidenum">
              <a:rPr lang="en-US" smtClean="0"/>
              <a:t>22</a:t>
            </a:fld>
            <a:endParaRPr lang="en-US"/>
          </a:p>
        </p:txBody>
      </p:sp>
    </p:spTree>
    <p:extLst>
      <p:ext uri="{BB962C8B-B14F-4D97-AF65-F5344CB8AC3E}">
        <p14:creationId xmlns:p14="http://schemas.microsoft.com/office/powerpoint/2010/main" val="685307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ppt_x</p:attrName>
                                        </p:attrNameLst>
                                      </p:cBhvr>
                                      <p:tavLst>
                                        <p:tav tm="0">
                                          <p:val>
                                            <p:strVal val="#ppt_x"/>
                                          </p:val>
                                        </p:tav>
                                        <p:tav tm="100000">
                                          <p:val>
                                            <p:strVal val="#ppt_x"/>
                                          </p:val>
                                        </p:tav>
                                      </p:tavLst>
                                    </p:anim>
                                    <p:anim calcmode="lin" valueType="num">
                                      <p:cBhvr additive="base">
                                        <p:cTn id="11" dur="500" fill="hold"/>
                                        <p:tgtEl>
                                          <p:spTgt spid="6"/>
                                        </p:tgtEl>
                                        <p:attrNameLst>
                                          <p:attrName>ppt_y</p:attrName>
                                        </p:attrNameLst>
                                      </p:cBhvr>
                                      <p:tavLst>
                                        <p:tav tm="0">
                                          <p:val>
                                            <p:strVal val="1+#ppt_h/2"/>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500" fill="hold"/>
                                        <p:tgtEl>
                                          <p:spTgt spid="13"/>
                                        </p:tgtEl>
                                        <p:attrNameLst>
                                          <p:attrName>ppt_x</p:attrName>
                                        </p:attrNameLst>
                                      </p:cBhvr>
                                      <p:tavLst>
                                        <p:tav tm="0">
                                          <p:val>
                                            <p:strVal val="#ppt_x"/>
                                          </p:val>
                                        </p:tav>
                                        <p:tav tm="100000">
                                          <p:val>
                                            <p:strVal val="#ppt_x"/>
                                          </p:val>
                                        </p:tav>
                                      </p:tavLst>
                                    </p:anim>
                                    <p:anim calcmode="lin" valueType="num">
                                      <p:cBhvr additive="base">
                                        <p:cTn id="15" dur="500" fill="hold"/>
                                        <p:tgtEl>
                                          <p:spTgt spid="13"/>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1+#ppt_w/2"/>
                                          </p:val>
                                        </p:tav>
                                        <p:tav tm="100000">
                                          <p:val>
                                            <p:strVal val="#ppt_x"/>
                                          </p:val>
                                        </p:tav>
                                      </p:tavLst>
                                    </p:anim>
                                    <p:anim calcmode="lin" valueType="num">
                                      <p:cBhvr additive="base">
                                        <p:cTn id="23" dur="500" fill="hold"/>
                                        <p:tgtEl>
                                          <p:spTgt spid="10"/>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1+#ppt_w/2"/>
                                          </p:val>
                                        </p:tav>
                                        <p:tav tm="100000">
                                          <p:val>
                                            <p:strVal val="#ppt_x"/>
                                          </p:val>
                                        </p:tav>
                                      </p:tavLst>
                                    </p:anim>
                                    <p:anim calcmode="lin" valueType="num">
                                      <p:cBhvr additive="base">
                                        <p:cTn id="27"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10"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magnifying glass with white text&#10;&#10;Description automatically generated">
            <a:extLst>
              <a:ext uri="{FF2B5EF4-FFF2-40B4-BE49-F238E27FC236}">
                <a16:creationId xmlns:a16="http://schemas.microsoft.com/office/drawing/2014/main" id="{D728D829-1480-1E25-4685-A57F2BCC9361}"/>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40596" t="29602" r="14837"/>
          <a:stretch/>
        </p:blipFill>
        <p:spPr>
          <a:xfrm>
            <a:off x="838200" y="4969616"/>
            <a:ext cx="919805" cy="1088283"/>
          </a:xfrm>
          <a:prstGeom prst="roundRect">
            <a:avLst>
              <a:gd name="adj" fmla="val 16667"/>
            </a:avLst>
          </a:prstGeom>
          <a:ln>
            <a:noFill/>
          </a:ln>
          <a:effectLst>
            <a:outerShdw blurRad="50800" dist="38100" dir="18900000" algn="bl" rotWithShape="0">
              <a:prstClr val="black">
                <a:alpha val="40000"/>
              </a:prst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Title 1">
            <a:extLst>
              <a:ext uri="{FF2B5EF4-FFF2-40B4-BE49-F238E27FC236}">
                <a16:creationId xmlns:a16="http://schemas.microsoft.com/office/drawing/2014/main" id="{43F498D3-E808-E73D-4663-58A0E5A28AD6}"/>
              </a:ext>
            </a:extLst>
          </p:cNvPr>
          <p:cNvSpPr txBox="1">
            <a:spLocks/>
          </p:cNvSpPr>
          <p:nvPr/>
        </p:nvSpPr>
        <p:spPr>
          <a:xfrm>
            <a:off x="838200" y="114300"/>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6" name="TextBox 5">
            <a:extLst>
              <a:ext uri="{FF2B5EF4-FFF2-40B4-BE49-F238E27FC236}">
                <a16:creationId xmlns:a16="http://schemas.microsoft.com/office/drawing/2014/main" id="{C4A6B7CD-E2A6-27A3-7DAD-30562303A103}"/>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2.Mục đích sử dụng</a:t>
            </a:r>
            <a:endParaRPr lang="en-US" b="1" dirty="0">
              <a:latin typeface="+mj-lt"/>
            </a:endParaRPr>
          </a:p>
        </p:txBody>
      </p:sp>
      <p:graphicFrame>
        <p:nvGraphicFramePr>
          <p:cNvPr id="11" name="Diagram 10">
            <a:extLst>
              <a:ext uri="{FF2B5EF4-FFF2-40B4-BE49-F238E27FC236}">
                <a16:creationId xmlns:a16="http://schemas.microsoft.com/office/drawing/2014/main" id="{045B13A7-0253-EC52-6B85-D41C766E576E}"/>
              </a:ext>
            </a:extLst>
          </p:cNvPr>
          <p:cNvGraphicFramePr/>
          <p:nvPr>
            <p:extLst>
              <p:ext uri="{D42A27DB-BD31-4B8C-83A1-F6EECF244321}">
                <p14:modId xmlns:p14="http://schemas.microsoft.com/office/powerpoint/2010/main" val="3872448647"/>
              </p:ext>
            </p:extLst>
          </p:nvPr>
        </p:nvGraphicFramePr>
        <p:xfrm>
          <a:off x="2843212" y="1548028"/>
          <a:ext cx="8643938" cy="42812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Slide Number Placeholder 1">
            <a:extLst>
              <a:ext uri="{FF2B5EF4-FFF2-40B4-BE49-F238E27FC236}">
                <a16:creationId xmlns:a16="http://schemas.microsoft.com/office/drawing/2014/main" id="{1F306FA6-8DA9-AEC6-D542-E22F68233409}"/>
              </a:ext>
            </a:extLst>
          </p:cNvPr>
          <p:cNvSpPr>
            <a:spLocks noGrp="1"/>
          </p:cNvSpPr>
          <p:nvPr>
            <p:ph type="sldNum" sz="quarter" idx="12"/>
          </p:nvPr>
        </p:nvSpPr>
        <p:spPr/>
        <p:txBody>
          <a:bodyPr/>
          <a:lstStyle/>
          <a:p>
            <a:fld id="{A826A215-A5F0-48E6-BDB0-DB2528564D1C}" type="slidenum">
              <a:rPr lang="en-US" smtClean="0"/>
              <a:t>23</a:t>
            </a:fld>
            <a:endParaRPr lang="en-US"/>
          </a:p>
        </p:txBody>
      </p:sp>
    </p:spTree>
    <p:extLst>
      <p:ext uri="{BB962C8B-B14F-4D97-AF65-F5344CB8AC3E}">
        <p14:creationId xmlns:p14="http://schemas.microsoft.com/office/powerpoint/2010/main" val="247022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F498D3-E808-E73D-4663-58A0E5A28AD6}"/>
              </a:ext>
            </a:extLst>
          </p:cNvPr>
          <p:cNvSpPr txBox="1">
            <a:spLocks/>
          </p:cNvSpPr>
          <p:nvPr/>
        </p:nvSpPr>
        <p:spPr>
          <a:xfrm>
            <a:off x="838200" y="114300"/>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6" name="TextBox 5">
            <a:extLst>
              <a:ext uri="{FF2B5EF4-FFF2-40B4-BE49-F238E27FC236}">
                <a16:creationId xmlns:a16="http://schemas.microsoft.com/office/drawing/2014/main" id="{C4A6B7CD-E2A6-27A3-7DAD-30562303A103}"/>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2.Mục đích sử dụng</a:t>
            </a:r>
            <a:endParaRPr lang="en-US" b="1" dirty="0">
              <a:latin typeface="+mj-lt"/>
            </a:endParaRPr>
          </a:p>
        </p:txBody>
      </p:sp>
      <p:sp>
        <p:nvSpPr>
          <p:cNvPr id="4" name="Content Placeholder 2">
            <a:extLst>
              <a:ext uri="{FF2B5EF4-FFF2-40B4-BE49-F238E27FC236}">
                <a16:creationId xmlns:a16="http://schemas.microsoft.com/office/drawing/2014/main" id="{5313939C-F42C-5F5B-C9BB-DA5EBBC59597}"/>
              </a:ext>
            </a:extLst>
          </p:cNvPr>
          <p:cNvSpPr txBox="1">
            <a:spLocks/>
          </p:cNvSpPr>
          <p:nvPr/>
        </p:nvSpPr>
        <p:spPr>
          <a:xfrm>
            <a:off x="1085850" y="1274207"/>
            <a:ext cx="10515600" cy="581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vi-VN" sz="1800" b="1" dirty="0">
                <a:latin typeface="Times New Roman" panose="02020603050405020304" pitchFamily="18" charset="0"/>
                <a:cs typeface="Times New Roman" panose="02020603050405020304" pitchFamily="18" charset="0"/>
              </a:rPr>
              <a:t>Xây dựng quy trình làm việc hiệu quả-khoa học</a:t>
            </a:r>
            <a:endParaRPr lang="en-US" sz="1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81EBCAE-1D89-4D09-8B43-849506DD4142}"/>
              </a:ext>
            </a:extLst>
          </p:cNvPr>
          <p:cNvSpPr txBox="1"/>
          <p:nvPr/>
        </p:nvSpPr>
        <p:spPr>
          <a:xfrm>
            <a:off x="1206602" y="1730477"/>
            <a:ext cx="9773265" cy="1632755"/>
          </a:xfrm>
          <a:prstGeom prst="rect">
            <a:avLst/>
          </a:prstGeom>
          <a:noFill/>
        </p:spPr>
        <p:txBody>
          <a:bodyPr wrap="square" rtlCol="0">
            <a:spAutoFit/>
          </a:bodyPr>
          <a:lstStyle/>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vi-VN" sz="1800" kern="100" dirty="0">
                <a:effectLst/>
                <a:latin typeface="+mj-lt"/>
                <a:ea typeface="Malgun Gothic" panose="020B0503020000020004" pitchFamily="34" charset="-127"/>
                <a:cs typeface="Times New Roman" panose="02020603050405020304" pitchFamily="18" charset="0"/>
              </a:rPr>
              <a:t>Quản lý công việc, giao việc đúng người đúng thời điểm.</a:t>
            </a:r>
            <a:endParaRPr lang="en-US" sz="1800" kern="100" dirty="0">
              <a:effectLst/>
              <a:latin typeface="+mj-lt"/>
              <a:ea typeface="Malgun Gothic" panose="020B0503020000020004" pitchFamily="34" charset="-127"/>
              <a:cs typeface="Times New Roman" panose="02020603050405020304" pitchFamily="18" charset="0"/>
            </a:endParaRP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vi-VN" sz="1800" kern="100" dirty="0">
                <a:effectLst/>
                <a:latin typeface="+mj-lt"/>
                <a:ea typeface="Malgun Gothic" panose="020B0503020000020004" pitchFamily="34" charset="-127"/>
                <a:cs typeface="Times New Roman" panose="02020603050405020304" pitchFamily="18" charset="0"/>
              </a:rPr>
              <a:t>Quản lý dữ liệu chung của công ty, chia sẽ thông tin giữa các nhân viên và phòng ban.</a:t>
            </a:r>
            <a:endParaRPr lang="en-US" sz="1800" kern="100" dirty="0">
              <a:effectLst/>
              <a:latin typeface="+mj-lt"/>
              <a:ea typeface="Malgun Gothic" panose="020B0503020000020004" pitchFamily="34" charset="-127"/>
              <a:cs typeface="Times New Roman" panose="02020603050405020304" pitchFamily="18" charset="0"/>
            </a:endParaRP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vi-VN" sz="1800" kern="100" dirty="0">
                <a:effectLst/>
                <a:latin typeface="+mj-lt"/>
                <a:ea typeface="Malgun Gothic" panose="020B0503020000020004" pitchFamily="34" charset="-127"/>
                <a:cs typeface="Times New Roman" panose="02020603050405020304" pitchFamily="18" charset="0"/>
              </a:rPr>
              <a:t>Dữ liệu được đồng bộ hoá theo thời gian thực trên điện thoại và máy tính bàn.</a:t>
            </a:r>
            <a:endParaRPr lang="en-US" sz="1800" kern="100" dirty="0">
              <a:effectLst/>
              <a:latin typeface="+mj-lt"/>
              <a:ea typeface="Malgun Gothic" panose="020B0503020000020004" pitchFamily="34" charset="-127"/>
              <a:cs typeface="Times New Roman" panose="02020603050405020304" pitchFamily="18" charset="0"/>
            </a:endParaRPr>
          </a:p>
          <a:p>
            <a:pPr marL="285750" indent="-285750">
              <a:buFont typeface="Wingdings" panose="05000000000000000000" pitchFamily="2" charset="2"/>
              <a:buChar char="§"/>
            </a:pPr>
            <a:endParaRPr lang="en-US" dirty="0">
              <a:latin typeface="+mj-lt"/>
              <a:cs typeface="Times New Roman" panose="02020603050405020304" pitchFamily="18" charset="0"/>
            </a:endParaRPr>
          </a:p>
        </p:txBody>
      </p:sp>
      <p:sp>
        <p:nvSpPr>
          <p:cNvPr id="8" name="Content Placeholder 2">
            <a:extLst>
              <a:ext uri="{FF2B5EF4-FFF2-40B4-BE49-F238E27FC236}">
                <a16:creationId xmlns:a16="http://schemas.microsoft.com/office/drawing/2014/main" id="{AF1D570F-55AB-6279-5723-7E43BB647824}"/>
              </a:ext>
            </a:extLst>
          </p:cNvPr>
          <p:cNvSpPr txBox="1">
            <a:spLocks/>
          </p:cNvSpPr>
          <p:nvPr/>
        </p:nvSpPr>
        <p:spPr>
          <a:xfrm>
            <a:off x="1000125" y="3598307"/>
            <a:ext cx="10515600" cy="581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vi-VN" sz="1800" b="1" dirty="0">
                <a:latin typeface="Times New Roman" panose="02020603050405020304" pitchFamily="18" charset="0"/>
                <a:cs typeface="Times New Roman" panose="02020603050405020304" pitchFamily="18" charset="0"/>
              </a:rPr>
              <a:t>Theo dõi sát sao tiến độ công việc, dự án</a:t>
            </a:r>
          </a:p>
        </p:txBody>
      </p:sp>
      <p:sp>
        <p:nvSpPr>
          <p:cNvPr id="9" name="TextBox 8">
            <a:extLst>
              <a:ext uri="{FF2B5EF4-FFF2-40B4-BE49-F238E27FC236}">
                <a16:creationId xmlns:a16="http://schemas.microsoft.com/office/drawing/2014/main" id="{FB78CC7C-53C1-EA6E-07C2-F2D9D24938E9}"/>
              </a:ext>
            </a:extLst>
          </p:cNvPr>
          <p:cNvSpPr txBox="1"/>
          <p:nvPr/>
        </p:nvSpPr>
        <p:spPr>
          <a:xfrm>
            <a:off x="1120877" y="4054577"/>
            <a:ext cx="9773265" cy="1632755"/>
          </a:xfrm>
          <a:prstGeom prst="rect">
            <a:avLst/>
          </a:prstGeom>
          <a:noFill/>
        </p:spPr>
        <p:txBody>
          <a:bodyPr wrap="square" rtlCol="0">
            <a:spAutoFit/>
          </a:bodyPr>
          <a:lstStyle/>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vi-VN" sz="1800" kern="100" dirty="0">
                <a:effectLst/>
                <a:latin typeface="+mj-lt"/>
                <a:ea typeface="Malgun Gothic" panose="020B0503020000020004" pitchFamily="34" charset="-127"/>
                <a:cs typeface="Times New Roman" panose="02020603050405020304" pitchFamily="18" charset="0"/>
              </a:rPr>
              <a:t>Quản lý công việc theo thời gian thực.</a:t>
            </a:r>
            <a:endParaRPr lang="en-US" sz="1800" kern="100" dirty="0">
              <a:effectLst/>
              <a:latin typeface="+mj-lt"/>
              <a:ea typeface="Malgun Gothic" panose="020B0503020000020004" pitchFamily="34" charset="-127"/>
              <a:cs typeface="Times New Roman" panose="02020603050405020304" pitchFamily="18" charset="0"/>
            </a:endParaRP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vi-VN" sz="1800" kern="100" dirty="0">
                <a:effectLst/>
                <a:latin typeface="+mj-lt"/>
                <a:ea typeface="Malgun Gothic" panose="020B0503020000020004" pitchFamily="34" charset="-127"/>
                <a:cs typeface="Times New Roman" panose="02020603050405020304" pitchFamily="18" charset="0"/>
              </a:rPr>
              <a:t>Chủ động lên lịch làm việc, sắp xếp công việc hợp lý.</a:t>
            </a:r>
            <a:endParaRPr lang="en-US" sz="1800" kern="100" dirty="0">
              <a:effectLst/>
              <a:latin typeface="+mj-lt"/>
              <a:ea typeface="Malgun Gothic" panose="020B0503020000020004" pitchFamily="34" charset="-127"/>
              <a:cs typeface="Times New Roman" panose="02020603050405020304" pitchFamily="18" charset="0"/>
            </a:endParaRP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vi-VN" sz="1800" kern="100" dirty="0">
                <a:effectLst/>
                <a:latin typeface="+mj-lt"/>
                <a:ea typeface="Malgun Gothic" panose="020B0503020000020004" pitchFamily="34" charset="-127"/>
                <a:cs typeface="Times New Roman" panose="02020603050405020304" pitchFamily="18" charset="0"/>
              </a:rPr>
              <a:t>Quản lý ngân sách, chi phí thực tế cho mỗi dự án hiệu quả.</a:t>
            </a:r>
            <a:endParaRPr lang="en-US" sz="1800" kern="100" dirty="0">
              <a:effectLst/>
              <a:latin typeface="+mj-lt"/>
              <a:ea typeface="Malgun Gothic" panose="020B0503020000020004" pitchFamily="34" charset="-127"/>
              <a:cs typeface="Times New Roman" panose="02020603050405020304" pitchFamily="18" charset="0"/>
            </a:endParaRPr>
          </a:p>
          <a:p>
            <a:pPr marL="285750" indent="-285750">
              <a:buFont typeface="Wingdings" panose="05000000000000000000" pitchFamily="2" charset="2"/>
              <a:buChar char="§"/>
            </a:pPr>
            <a:endParaRPr lang="en-US" dirty="0">
              <a:latin typeface="+mj-lt"/>
              <a:cs typeface="Times New Roman" panose="02020603050405020304" pitchFamily="18" charset="0"/>
            </a:endParaRPr>
          </a:p>
        </p:txBody>
      </p:sp>
      <p:sp>
        <p:nvSpPr>
          <p:cNvPr id="2" name="Slide Number Placeholder 1">
            <a:extLst>
              <a:ext uri="{FF2B5EF4-FFF2-40B4-BE49-F238E27FC236}">
                <a16:creationId xmlns:a16="http://schemas.microsoft.com/office/drawing/2014/main" id="{C0D68E18-A184-C6BB-7925-C9F7AFF00823}"/>
              </a:ext>
            </a:extLst>
          </p:cNvPr>
          <p:cNvSpPr>
            <a:spLocks noGrp="1"/>
          </p:cNvSpPr>
          <p:nvPr>
            <p:ph type="sldNum" sz="quarter" idx="12"/>
          </p:nvPr>
        </p:nvSpPr>
        <p:spPr/>
        <p:txBody>
          <a:bodyPr/>
          <a:lstStyle/>
          <a:p>
            <a:fld id="{A826A215-A5F0-48E6-BDB0-DB2528564D1C}" type="slidenum">
              <a:rPr lang="en-US" smtClean="0"/>
              <a:t>24</a:t>
            </a:fld>
            <a:endParaRPr lang="en-US"/>
          </a:p>
        </p:txBody>
      </p:sp>
    </p:spTree>
    <p:extLst>
      <p:ext uri="{BB962C8B-B14F-4D97-AF65-F5344CB8AC3E}">
        <p14:creationId xmlns:p14="http://schemas.microsoft.com/office/powerpoint/2010/main" val="1726952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1+#ppt_w/2"/>
                                          </p:val>
                                        </p:tav>
                                        <p:tav tm="100000">
                                          <p:val>
                                            <p:strVal val="#ppt_x"/>
                                          </p:val>
                                        </p:tav>
                                      </p:tavLst>
                                    </p:anim>
                                    <p:anim calcmode="lin" valueType="num">
                                      <p:cBhvr additive="base">
                                        <p:cTn id="29" dur="500" fill="hold"/>
                                        <p:tgtEl>
                                          <p:spTgt spid="7"/>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1+#ppt_w/2"/>
                                          </p:val>
                                        </p:tav>
                                        <p:tav tm="100000">
                                          <p:val>
                                            <p:strVal val="#ppt_x"/>
                                          </p:val>
                                        </p:tav>
                                      </p:tavLst>
                                    </p:anim>
                                    <p:anim calcmode="lin" valueType="num">
                                      <p:cBhvr additive="base">
                                        <p:cTn id="33"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4" grpId="0"/>
      <p:bldP spid="7" grpId="0"/>
      <p:bldP spid="8"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F498D3-E808-E73D-4663-58A0E5A28AD6}"/>
              </a:ext>
            </a:extLst>
          </p:cNvPr>
          <p:cNvSpPr txBox="1">
            <a:spLocks/>
          </p:cNvSpPr>
          <p:nvPr/>
        </p:nvSpPr>
        <p:spPr>
          <a:xfrm>
            <a:off x="838200" y="114300"/>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6" name="TextBox 5">
            <a:extLst>
              <a:ext uri="{FF2B5EF4-FFF2-40B4-BE49-F238E27FC236}">
                <a16:creationId xmlns:a16="http://schemas.microsoft.com/office/drawing/2014/main" id="{C4A6B7CD-E2A6-27A3-7DAD-30562303A103}"/>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2.Mục đích sử dụng</a:t>
            </a:r>
            <a:endParaRPr lang="en-US" b="1" dirty="0">
              <a:latin typeface="+mj-lt"/>
            </a:endParaRPr>
          </a:p>
        </p:txBody>
      </p:sp>
      <p:sp>
        <p:nvSpPr>
          <p:cNvPr id="4" name="Content Placeholder 2">
            <a:extLst>
              <a:ext uri="{FF2B5EF4-FFF2-40B4-BE49-F238E27FC236}">
                <a16:creationId xmlns:a16="http://schemas.microsoft.com/office/drawing/2014/main" id="{5313939C-F42C-5F5B-C9BB-DA5EBBC59597}"/>
              </a:ext>
            </a:extLst>
          </p:cNvPr>
          <p:cNvSpPr txBox="1">
            <a:spLocks/>
          </p:cNvSpPr>
          <p:nvPr/>
        </p:nvSpPr>
        <p:spPr>
          <a:xfrm>
            <a:off x="1453403" y="1686583"/>
            <a:ext cx="10515600" cy="581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vi-VN" sz="1800" b="1" dirty="0">
                <a:latin typeface="Times New Roman" panose="02020603050405020304" pitchFamily="18" charset="0"/>
                <a:cs typeface="Times New Roman" panose="02020603050405020304" pitchFamily="18" charset="0"/>
              </a:rPr>
              <a:t>Quản lý hiệu suất làm việc</a:t>
            </a:r>
          </a:p>
        </p:txBody>
      </p:sp>
      <p:sp>
        <p:nvSpPr>
          <p:cNvPr id="7" name="TextBox 6">
            <a:extLst>
              <a:ext uri="{FF2B5EF4-FFF2-40B4-BE49-F238E27FC236}">
                <a16:creationId xmlns:a16="http://schemas.microsoft.com/office/drawing/2014/main" id="{F81EBCAE-1D89-4D09-8B43-849506DD4142}"/>
              </a:ext>
            </a:extLst>
          </p:cNvPr>
          <p:cNvSpPr txBox="1"/>
          <p:nvPr/>
        </p:nvSpPr>
        <p:spPr>
          <a:xfrm>
            <a:off x="1824570" y="2160690"/>
            <a:ext cx="9773265" cy="1951303"/>
          </a:xfrm>
          <a:prstGeom prst="rect">
            <a:avLst/>
          </a:prstGeom>
          <a:noFill/>
        </p:spPr>
        <p:txBody>
          <a:bodyPr wrap="square" rtlCol="0">
            <a:spAutoFit/>
          </a:bodyPr>
          <a:lstStyle/>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Dữ</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liệu</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xử</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lý</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đưa</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ra</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các</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báo</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cáo</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khách</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quan</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đo</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lường</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hiệu</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quả</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làm</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việc</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mỗi</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nhân</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viên</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trong</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từng</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dự</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án</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hoặc</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nhiệm</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vụ</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a:t>
            </a: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en-US" sz="1800" kern="100" dirty="0">
                <a:effectLst/>
                <a:latin typeface="Times" panose="02020603050405020304" pitchFamily="18" charset="0"/>
                <a:ea typeface="Malgun Gothic" panose="020B0503020000020004" pitchFamily="34" charset="-127"/>
                <a:cs typeface="Times" panose="02020603050405020304" pitchFamily="18" charset="0"/>
              </a:rPr>
              <a:t>Thông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báo</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nhắc</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nhở</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các</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nhiệm</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vụ</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cuộc</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họp</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quan</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trọng</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cần</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xử</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lý</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a:t>
            </a:r>
          </a:p>
          <a:p>
            <a:pPr marL="342900" marR="0" lvl="0" indent="-342900">
              <a:lnSpc>
                <a:spcPct val="115000"/>
              </a:lnSpc>
              <a:spcBef>
                <a:spcPts val="0"/>
              </a:spcBef>
              <a:spcAft>
                <a:spcPts val="800"/>
              </a:spcAft>
              <a:buSzPts val="1000"/>
              <a:buFont typeface="Wingdings" panose="05000000000000000000" pitchFamily="2" charset="2"/>
              <a:buChar char="§"/>
              <a:tabLst>
                <a:tab pos="457200" algn="l"/>
              </a:tabLst>
            </a:pP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Lịch</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sử</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ghi</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nhận</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các</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cập</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nhật</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hay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thay</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đổi</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liên</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quan</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nếu</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 </a:t>
            </a:r>
            <a:r>
              <a:rPr lang="en-US" sz="1800" kern="100" dirty="0" err="1">
                <a:effectLst/>
                <a:latin typeface="Times" panose="02020603050405020304" pitchFamily="18" charset="0"/>
                <a:ea typeface="Malgun Gothic" panose="020B0503020000020004" pitchFamily="34" charset="-127"/>
                <a:cs typeface="Times" panose="02020603050405020304" pitchFamily="18" charset="0"/>
              </a:rPr>
              <a:t>có</a:t>
            </a:r>
            <a:r>
              <a:rPr lang="en-US" sz="1800" kern="100" dirty="0">
                <a:effectLst/>
                <a:latin typeface="Times" panose="02020603050405020304" pitchFamily="18" charset="0"/>
                <a:ea typeface="Malgun Gothic" panose="020B0503020000020004" pitchFamily="34" charset="-127"/>
                <a:cs typeface="Times" panose="02020603050405020304" pitchFamily="18" charset="0"/>
              </a:rPr>
              <a:t>.</a:t>
            </a:r>
          </a:p>
          <a:p>
            <a:pPr marL="285750" indent="-285750">
              <a:buFont typeface="Wingdings" panose="05000000000000000000" pitchFamily="2" charset="2"/>
              <a:buChar char="§"/>
            </a:pPr>
            <a:endParaRPr lang="en-US" dirty="0">
              <a:latin typeface="Times" panose="02020603050405020304" pitchFamily="18" charset="0"/>
              <a:cs typeface="Times" panose="02020603050405020304" pitchFamily="18" charset="0"/>
            </a:endParaRPr>
          </a:p>
        </p:txBody>
      </p:sp>
      <p:sp>
        <p:nvSpPr>
          <p:cNvPr id="2" name="Slide Number Placeholder 1">
            <a:extLst>
              <a:ext uri="{FF2B5EF4-FFF2-40B4-BE49-F238E27FC236}">
                <a16:creationId xmlns:a16="http://schemas.microsoft.com/office/drawing/2014/main" id="{815FB936-6A9A-08BF-43EA-732DB62D2AD1}"/>
              </a:ext>
            </a:extLst>
          </p:cNvPr>
          <p:cNvSpPr>
            <a:spLocks noGrp="1"/>
          </p:cNvSpPr>
          <p:nvPr>
            <p:ph type="sldNum" sz="quarter" idx="12"/>
          </p:nvPr>
        </p:nvSpPr>
        <p:spPr/>
        <p:txBody>
          <a:bodyPr/>
          <a:lstStyle/>
          <a:p>
            <a:fld id="{A826A215-A5F0-48E6-BDB0-DB2528564D1C}" type="slidenum">
              <a:rPr lang="en-US" smtClean="0"/>
              <a:t>25</a:t>
            </a:fld>
            <a:endParaRPr lang="en-US"/>
          </a:p>
        </p:txBody>
      </p:sp>
    </p:spTree>
    <p:extLst>
      <p:ext uri="{BB962C8B-B14F-4D97-AF65-F5344CB8AC3E}">
        <p14:creationId xmlns:p14="http://schemas.microsoft.com/office/powerpoint/2010/main" val="2447233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1+#ppt_w/2"/>
                                          </p:val>
                                        </p:tav>
                                        <p:tav tm="100000">
                                          <p:val>
                                            <p:strVal val="#ppt_x"/>
                                          </p:val>
                                        </p:tav>
                                      </p:tavLst>
                                    </p:anim>
                                    <p:anim calcmode="lin" valueType="num">
                                      <p:cBhvr additive="base">
                                        <p:cTn id="25"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4"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553CAB3-AC5C-AD43-C5FE-D902B19542E6}"/>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1585813A-C85B-C3CB-7DF0-15ADE545DBEF}"/>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graphicFrame>
        <p:nvGraphicFramePr>
          <p:cNvPr id="12" name="Diagram 11">
            <a:extLst>
              <a:ext uri="{FF2B5EF4-FFF2-40B4-BE49-F238E27FC236}">
                <a16:creationId xmlns:a16="http://schemas.microsoft.com/office/drawing/2014/main" id="{32358974-C4D6-F3E6-C7C9-E0865F0A6768}"/>
              </a:ext>
            </a:extLst>
          </p:cNvPr>
          <p:cNvGraphicFramePr/>
          <p:nvPr>
            <p:extLst>
              <p:ext uri="{D42A27DB-BD31-4B8C-83A1-F6EECF244321}">
                <p14:modId xmlns:p14="http://schemas.microsoft.com/office/powerpoint/2010/main" val="4167545210"/>
              </p:ext>
            </p:extLst>
          </p:nvPr>
        </p:nvGraphicFramePr>
        <p:xfrm>
          <a:off x="2260601" y="1600199"/>
          <a:ext cx="9082313" cy="42672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7" name="Group 16">
            <a:extLst>
              <a:ext uri="{FF2B5EF4-FFF2-40B4-BE49-F238E27FC236}">
                <a16:creationId xmlns:a16="http://schemas.microsoft.com/office/drawing/2014/main" id="{38B91930-5A94-BAFF-232D-68C326E1FCA0}"/>
              </a:ext>
            </a:extLst>
          </p:cNvPr>
          <p:cNvGrpSpPr/>
          <p:nvPr/>
        </p:nvGrpSpPr>
        <p:grpSpPr>
          <a:xfrm>
            <a:off x="648379" y="4878161"/>
            <a:ext cx="1115107" cy="989239"/>
            <a:chOff x="648379" y="4878161"/>
            <a:chExt cx="1266825" cy="1190624"/>
          </a:xfrm>
        </p:grpSpPr>
        <p:pic>
          <p:nvPicPr>
            <p:cNvPr id="15" name="Picture 14" descr="A blue and white gear&#10;&#10;Description automatically generated">
              <a:extLst>
                <a:ext uri="{FF2B5EF4-FFF2-40B4-BE49-F238E27FC236}">
                  <a16:creationId xmlns:a16="http://schemas.microsoft.com/office/drawing/2014/main" id="{3A2C2DCB-77B7-B6E0-722D-03A01A5239A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5465" y="4878161"/>
              <a:ext cx="1179739" cy="117973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16" name="TextBox 15">
              <a:extLst>
                <a:ext uri="{FF2B5EF4-FFF2-40B4-BE49-F238E27FC236}">
                  <a16:creationId xmlns:a16="http://schemas.microsoft.com/office/drawing/2014/main" id="{2FA21F51-C035-D17E-FB96-8BACD062FE86}"/>
                </a:ext>
              </a:extLst>
            </p:cNvPr>
            <p:cNvSpPr txBox="1"/>
            <p:nvPr/>
          </p:nvSpPr>
          <p:spPr>
            <a:xfrm>
              <a:off x="648379" y="5699453"/>
              <a:ext cx="1179738" cy="369332"/>
            </a:xfrm>
            <a:prstGeom prst="rect">
              <a:avLst/>
            </a:prstGeom>
            <a:noFill/>
          </p:spPr>
          <p:txBody>
            <a:bodyPr wrap="square" rtlCol="0">
              <a:spAutoFit/>
            </a:bodyPr>
            <a:lstStyle/>
            <a:p>
              <a:r>
                <a:rPr lang="vi-VN" dirty="0">
                  <a:ln w="0"/>
                  <a:solidFill>
                    <a:schemeClr val="accent1"/>
                  </a:solidFill>
                  <a:effectLst>
                    <a:outerShdw blurRad="38100" dist="25400" dir="5400000" algn="ctr" rotWithShape="0">
                      <a:srgbClr val="6E747A">
                        <a:alpha val="43000"/>
                      </a:srgbClr>
                    </a:outerShdw>
                  </a:effectLst>
                  <a:latin typeface="+mj-lt"/>
                </a:rPr>
                <a:t>Function</a:t>
              </a:r>
              <a:endParaRPr lang="en-US" dirty="0">
                <a:ln w="0"/>
                <a:solidFill>
                  <a:schemeClr val="accent1"/>
                </a:solidFill>
                <a:effectLst>
                  <a:outerShdw blurRad="38100" dist="25400" dir="5400000" algn="ctr" rotWithShape="0">
                    <a:srgbClr val="6E747A">
                      <a:alpha val="43000"/>
                    </a:srgbClr>
                  </a:outerShdw>
                </a:effectLst>
                <a:latin typeface="+mj-lt"/>
              </a:endParaRPr>
            </a:p>
          </p:txBody>
        </p:sp>
      </p:grpSp>
      <p:sp>
        <p:nvSpPr>
          <p:cNvPr id="2" name="Slide Number Placeholder 1">
            <a:extLst>
              <a:ext uri="{FF2B5EF4-FFF2-40B4-BE49-F238E27FC236}">
                <a16:creationId xmlns:a16="http://schemas.microsoft.com/office/drawing/2014/main" id="{56409D30-6F26-B62F-1331-AF65452A4FFD}"/>
              </a:ext>
            </a:extLst>
          </p:cNvPr>
          <p:cNvSpPr>
            <a:spLocks noGrp="1"/>
          </p:cNvSpPr>
          <p:nvPr>
            <p:ph type="sldNum" sz="quarter" idx="12"/>
          </p:nvPr>
        </p:nvSpPr>
        <p:spPr/>
        <p:txBody>
          <a:bodyPr/>
          <a:lstStyle/>
          <a:p>
            <a:fld id="{A826A215-A5F0-48E6-BDB0-DB2528564D1C}" type="slidenum">
              <a:rPr lang="en-US" smtClean="0"/>
              <a:t>26</a:t>
            </a:fld>
            <a:endParaRPr lang="en-US"/>
          </a:p>
        </p:txBody>
      </p:sp>
    </p:spTree>
    <p:extLst>
      <p:ext uri="{BB962C8B-B14F-4D97-AF65-F5344CB8AC3E}">
        <p14:creationId xmlns:p14="http://schemas.microsoft.com/office/powerpoint/2010/main" val="2777237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 calcmode="lin" valueType="num">
                                      <p:cBhvr additive="base">
                                        <p:cTn id="12"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heel(1)">
                                      <p:cBhvr>
                                        <p:cTn id="18"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Graphic spid="12" grpId="0">
        <p:bldAsOne/>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21B91-5F66-4F93-F3A2-3ACC4198A2B4}"/>
              </a:ext>
            </a:extLst>
          </p:cNvPr>
          <p:cNvSpPr>
            <a:spLocks noGrp="1"/>
          </p:cNvSpPr>
          <p:nvPr>
            <p:ph idx="1"/>
          </p:nvPr>
        </p:nvSpPr>
        <p:spPr>
          <a:xfrm>
            <a:off x="934083" y="1380286"/>
            <a:ext cx="5419725" cy="369333"/>
          </a:xfrm>
        </p:spPr>
        <p:txBody>
          <a:bodyPr>
            <a:normAutofit fontScale="92500" lnSpcReduction="10000"/>
          </a:bodyPr>
          <a:lstStyle/>
          <a:p>
            <a:r>
              <a:rPr lang="vi-VN" sz="2400" b="1" dirty="0"/>
              <a:t>Phê duyệt điện tử</a:t>
            </a:r>
            <a:endParaRPr lang="en-US" sz="2400" b="1" dirty="0"/>
          </a:p>
        </p:txBody>
      </p:sp>
      <p:sp>
        <p:nvSpPr>
          <p:cNvPr id="4" name="Title 1">
            <a:extLst>
              <a:ext uri="{FF2B5EF4-FFF2-40B4-BE49-F238E27FC236}">
                <a16:creationId xmlns:a16="http://schemas.microsoft.com/office/drawing/2014/main" id="{92176D29-7FB6-4482-D0E8-2E7E3B9BF5DC}"/>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562F7677-B07C-EE15-D571-50DA37DF39CC}"/>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sp>
        <p:nvSpPr>
          <p:cNvPr id="6" name="TextBox 5">
            <a:extLst>
              <a:ext uri="{FF2B5EF4-FFF2-40B4-BE49-F238E27FC236}">
                <a16:creationId xmlns:a16="http://schemas.microsoft.com/office/drawing/2014/main" id="{13C4CA04-0414-4120-B287-E3C3EDF181F1}"/>
              </a:ext>
            </a:extLst>
          </p:cNvPr>
          <p:cNvSpPr txBox="1"/>
          <p:nvPr/>
        </p:nvSpPr>
        <p:spPr>
          <a:xfrm>
            <a:off x="947954" y="1889199"/>
            <a:ext cx="10539194" cy="923330"/>
          </a:xfrm>
          <a:prstGeom prst="rect">
            <a:avLst/>
          </a:prstGeom>
          <a:noFill/>
        </p:spPr>
        <p:txBody>
          <a:bodyPr wrap="square" rtlCol="0">
            <a:spAutoFit/>
          </a:bodyPr>
          <a:lstStyle/>
          <a:p>
            <a:r>
              <a:rPr lang="vi-VN" sz="1800" kern="100" dirty="0">
                <a:effectLst/>
                <a:latin typeface="+mj-lt"/>
                <a:ea typeface="Malgun Gothic" panose="020B0503020000020004" pitchFamily="34" charset="-127"/>
                <a:cs typeface="Times New Roman" panose="02020603050405020304" pitchFamily="18" charset="0"/>
              </a:rPr>
              <a:t>Tiến hành thực hiện các phê duyệt điện tử theo biểu mẫu quy định để nhận được sự cho phép của quản lý cấp trên, các bộ phận liên quan về việc mua bán, đưa ra quyết định, ý kiến, báo cáo hoạt động... </a:t>
            </a:r>
          </a:p>
          <a:p>
            <a:endParaRPr lang="en-US" dirty="0">
              <a:latin typeface="+mj-lt"/>
            </a:endParaRPr>
          </a:p>
        </p:txBody>
      </p:sp>
      <p:pic>
        <p:nvPicPr>
          <p:cNvPr id="13" name="Picture 12">
            <a:extLst>
              <a:ext uri="{FF2B5EF4-FFF2-40B4-BE49-F238E27FC236}">
                <a16:creationId xmlns:a16="http://schemas.microsoft.com/office/drawing/2014/main" id="{67E8188F-C412-8BAE-EC64-2B423161A434}"/>
              </a:ext>
            </a:extLst>
          </p:cNvPr>
          <p:cNvPicPr>
            <a:picLocks noChangeAspect="1"/>
          </p:cNvPicPr>
          <p:nvPr/>
        </p:nvPicPr>
        <p:blipFill>
          <a:blip r:embed="rId2"/>
          <a:stretch>
            <a:fillRect/>
          </a:stretch>
        </p:blipFill>
        <p:spPr>
          <a:xfrm>
            <a:off x="906342" y="2525347"/>
            <a:ext cx="10580806" cy="3373430"/>
          </a:xfrm>
          <a:prstGeom prst="rect">
            <a:avLst/>
          </a:prstGeom>
        </p:spPr>
      </p:pic>
      <p:sp>
        <p:nvSpPr>
          <p:cNvPr id="2" name="Slide Number Placeholder 1">
            <a:extLst>
              <a:ext uri="{FF2B5EF4-FFF2-40B4-BE49-F238E27FC236}">
                <a16:creationId xmlns:a16="http://schemas.microsoft.com/office/drawing/2014/main" id="{AE104655-8A8E-920E-A19D-417A7788186E}"/>
              </a:ext>
            </a:extLst>
          </p:cNvPr>
          <p:cNvSpPr>
            <a:spLocks noGrp="1"/>
          </p:cNvSpPr>
          <p:nvPr>
            <p:ph type="sldNum" sz="quarter" idx="12"/>
          </p:nvPr>
        </p:nvSpPr>
        <p:spPr/>
        <p:txBody>
          <a:bodyPr/>
          <a:lstStyle/>
          <a:p>
            <a:fld id="{A826A215-A5F0-48E6-BDB0-DB2528564D1C}" type="slidenum">
              <a:rPr lang="en-US" smtClean="0"/>
              <a:t>27</a:t>
            </a:fld>
            <a:endParaRPr lang="en-US"/>
          </a:p>
        </p:txBody>
      </p:sp>
    </p:spTree>
    <p:extLst>
      <p:ext uri="{BB962C8B-B14F-4D97-AF65-F5344CB8AC3E}">
        <p14:creationId xmlns:p14="http://schemas.microsoft.com/office/powerpoint/2010/main" val="2997466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 calcmode="lin" valueType="num">
                                      <p:cBhvr additive="base">
                                        <p:cTn id="1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1+#ppt_w/2"/>
                                          </p:val>
                                        </p:tav>
                                        <p:tav tm="100000">
                                          <p:val>
                                            <p:strVal val="#ppt_x"/>
                                          </p:val>
                                        </p:tav>
                                      </p:tavLst>
                                    </p:anim>
                                    <p:anim calcmode="lin" valueType="num">
                                      <p:cBhvr additive="base">
                                        <p:cTn id="25"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down)">
                                      <p:cBhvr>
                                        <p:cTn id="30" dur="580">
                                          <p:stCondLst>
                                            <p:cond delay="0"/>
                                          </p:stCondLst>
                                        </p:cTn>
                                        <p:tgtEl>
                                          <p:spTgt spid="13"/>
                                        </p:tgtEl>
                                      </p:cBhvr>
                                    </p:animEffect>
                                    <p:anim calcmode="lin" valueType="num">
                                      <p:cBhvr>
                                        <p:cTn id="31"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36" dur="26">
                                          <p:stCondLst>
                                            <p:cond delay="650"/>
                                          </p:stCondLst>
                                        </p:cTn>
                                        <p:tgtEl>
                                          <p:spTgt spid="13"/>
                                        </p:tgtEl>
                                      </p:cBhvr>
                                      <p:to x="100000" y="60000"/>
                                    </p:animScale>
                                    <p:animScale>
                                      <p:cBhvr>
                                        <p:cTn id="37" dur="166" decel="50000">
                                          <p:stCondLst>
                                            <p:cond delay="676"/>
                                          </p:stCondLst>
                                        </p:cTn>
                                        <p:tgtEl>
                                          <p:spTgt spid="13"/>
                                        </p:tgtEl>
                                      </p:cBhvr>
                                      <p:to x="100000" y="100000"/>
                                    </p:animScale>
                                    <p:animScale>
                                      <p:cBhvr>
                                        <p:cTn id="38" dur="26">
                                          <p:stCondLst>
                                            <p:cond delay="1312"/>
                                          </p:stCondLst>
                                        </p:cTn>
                                        <p:tgtEl>
                                          <p:spTgt spid="13"/>
                                        </p:tgtEl>
                                      </p:cBhvr>
                                      <p:to x="100000" y="80000"/>
                                    </p:animScale>
                                    <p:animScale>
                                      <p:cBhvr>
                                        <p:cTn id="39" dur="166" decel="50000">
                                          <p:stCondLst>
                                            <p:cond delay="1338"/>
                                          </p:stCondLst>
                                        </p:cTn>
                                        <p:tgtEl>
                                          <p:spTgt spid="13"/>
                                        </p:tgtEl>
                                      </p:cBhvr>
                                      <p:to x="100000" y="100000"/>
                                    </p:animScale>
                                    <p:animScale>
                                      <p:cBhvr>
                                        <p:cTn id="40" dur="26">
                                          <p:stCondLst>
                                            <p:cond delay="1642"/>
                                          </p:stCondLst>
                                        </p:cTn>
                                        <p:tgtEl>
                                          <p:spTgt spid="13"/>
                                        </p:tgtEl>
                                      </p:cBhvr>
                                      <p:to x="100000" y="90000"/>
                                    </p:animScale>
                                    <p:animScale>
                                      <p:cBhvr>
                                        <p:cTn id="41" dur="166" decel="50000">
                                          <p:stCondLst>
                                            <p:cond delay="1668"/>
                                          </p:stCondLst>
                                        </p:cTn>
                                        <p:tgtEl>
                                          <p:spTgt spid="13"/>
                                        </p:tgtEl>
                                      </p:cBhvr>
                                      <p:to x="100000" y="100000"/>
                                    </p:animScale>
                                    <p:animScale>
                                      <p:cBhvr>
                                        <p:cTn id="42" dur="26">
                                          <p:stCondLst>
                                            <p:cond delay="1808"/>
                                          </p:stCondLst>
                                        </p:cTn>
                                        <p:tgtEl>
                                          <p:spTgt spid="13"/>
                                        </p:tgtEl>
                                      </p:cBhvr>
                                      <p:to x="100000" y="95000"/>
                                    </p:animScale>
                                    <p:animScale>
                                      <p:cBhvr>
                                        <p:cTn id="43" dur="166" decel="50000">
                                          <p:stCondLst>
                                            <p:cond delay="1834"/>
                                          </p:stCondLst>
                                        </p:cTn>
                                        <p:tgtEl>
                                          <p:spTgt spid="1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21B91-5F66-4F93-F3A2-3ACC4198A2B4}"/>
              </a:ext>
            </a:extLst>
          </p:cNvPr>
          <p:cNvSpPr>
            <a:spLocks noGrp="1"/>
          </p:cNvSpPr>
          <p:nvPr>
            <p:ph idx="1"/>
          </p:nvPr>
        </p:nvSpPr>
        <p:spPr>
          <a:xfrm>
            <a:off x="838200" y="1147883"/>
            <a:ext cx="5419725" cy="369333"/>
          </a:xfrm>
        </p:spPr>
        <p:txBody>
          <a:bodyPr>
            <a:normAutofit fontScale="92500" lnSpcReduction="10000"/>
          </a:bodyPr>
          <a:lstStyle/>
          <a:p>
            <a:r>
              <a:rPr lang="vi-VN" sz="2400" b="1" dirty="0"/>
              <a:t>Phê duyệt điện tử</a:t>
            </a:r>
            <a:endParaRPr lang="en-US" sz="2400" b="1" dirty="0"/>
          </a:p>
        </p:txBody>
      </p:sp>
      <p:sp>
        <p:nvSpPr>
          <p:cNvPr id="4" name="Title 1">
            <a:extLst>
              <a:ext uri="{FF2B5EF4-FFF2-40B4-BE49-F238E27FC236}">
                <a16:creationId xmlns:a16="http://schemas.microsoft.com/office/drawing/2014/main" id="{92176D29-7FB6-4482-D0E8-2E7E3B9BF5DC}"/>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562F7677-B07C-EE15-D571-50DA37DF39CC}"/>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sp>
        <p:nvSpPr>
          <p:cNvPr id="2" name="TextBox 1">
            <a:extLst>
              <a:ext uri="{FF2B5EF4-FFF2-40B4-BE49-F238E27FC236}">
                <a16:creationId xmlns:a16="http://schemas.microsoft.com/office/drawing/2014/main" id="{D3830BF7-17F0-8367-2425-CCF810022E3C}"/>
              </a:ext>
            </a:extLst>
          </p:cNvPr>
          <p:cNvSpPr txBox="1"/>
          <p:nvPr/>
        </p:nvSpPr>
        <p:spPr>
          <a:xfrm>
            <a:off x="1091618" y="1463385"/>
            <a:ext cx="10395530" cy="923330"/>
          </a:xfrm>
          <a:prstGeom prst="rect">
            <a:avLst/>
          </a:prstGeom>
          <a:noFill/>
        </p:spPr>
        <p:txBody>
          <a:bodyPr wrap="square" rtlCol="0">
            <a:spAutoFit/>
          </a:bodyPr>
          <a:lstStyle/>
          <a:p>
            <a:r>
              <a:rPr lang="en-US" altLang="ko-KR" dirty="0" err="1">
                <a:solidFill>
                  <a:sysClr val="windowText" lastClr="000000"/>
                </a:solidFill>
                <a:latin typeface="Times New Roman" panose="02020603050405020304" pitchFamily="18" charset="0"/>
                <a:cs typeface="Times New Roman" panose="02020603050405020304" pitchFamily="18" charset="0"/>
              </a:rPr>
              <a:t>Soạn</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văn</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bản</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phê</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duyệt:các</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mẫu</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đơn</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phê</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duyệt</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được</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phân</a:t>
            </a:r>
            <a:r>
              <a:rPr lang="en-US" altLang="ko-KR" dirty="0">
                <a:solidFill>
                  <a:sysClr val="windowText" lastClr="000000"/>
                </a:solidFill>
                <a:latin typeface="Times New Roman" panose="02020603050405020304" pitchFamily="18" charset="0"/>
                <a:cs typeface="Times New Roman" panose="02020603050405020304" pitchFamily="18" charset="0"/>
              </a:rPr>
              <a:t> chia </a:t>
            </a:r>
            <a:r>
              <a:rPr lang="en-US" altLang="ko-KR" dirty="0" err="1">
                <a:solidFill>
                  <a:sysClr val="windowText" lastClr="000000"/>
                </a:solidFill>
                <a:latin typeface="Times New Roman" panose="02020603050405020304" pitchFamily="18" charset="0"/>
                <a:cs typeface="Times New Roman" panose="02020603050405020304" pitchFamily="18" charset="0"/>
              </a:rPr>
              <a:t>thành</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các</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thư</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mục</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theo</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mục</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đích</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và</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bộ</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phận</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tiếp</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nhận</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quản</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lý</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Ấn</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vào</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để</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mở</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ra</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mẫu</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đơn</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phê</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duyệt</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muốn</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tạo</a:t>
            </a:r>
            <a:r>
              <a:rPr lang="en-US" altLang="ko-KR" dirty="0">
                <a:solidFill>
                  <a:sysClr val="windowText" lastClr="000000"/>
                </a:solidFill>
                <a:latin typeface="Times New Roman" panose="02020603050405020304" pitchFamily="18" charset="0"/>
                <a:cs typeface="Times New Roman" panose="02020603050405020304" pitchFamily="18" charset="0"/>
              </a:rPr>
              <a:t>.</a:t>
            </a:r>
          </a:p>
          <a:p>
            <a:endParaRPr lang="vi-VN" dirty="0">
              <a:solidFill>
                <a:sysClr val="windowText" lastClr="00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199D560-86AA-6E1C-E854-112518D9134F}"/>
              </a:ext>
            </a:extLst>
          </p:cNvPr>
          <p:cNvPicPr>
            <a:picLocks noChangeAspect="1"/>
          </p:cNvPicPr>
          <p:nvPr/>
        </p:nvPicPr>
        <p:blipFill>
          <a:blip r:embed="rId2"/>
          <a:srcRect r="2778"/>
          <a:stretch/>
        </p:blipFill>
        <p:spPr>
          <a:xfrm>
            <a:off x="357404" y="2557185"/>
            <a:ext cx="6381316" cy="1933845"/>
          </a:xfrm>
          <a:prstGeom prst="rect">
            <a:avLst/>
          </a:prstGeom>
        </p:spPr>
      </p:pic>
      <p:sp>
        <p:nvSpPr>
          <p:cNvPr id="8" name="TextBox 7">
            <a:extLst>
              <a:ext uri="{FF2B5EF4-FFF2-40B4-BE49-F238E27FC236}">
                <a16:creationId xmlns:a16="http://schemas.microsoft.com/office/drawing/2014/main" id="{A16C9B46-FDB6-F1F3-4872-B0C74ED486ED}"/>
              </a:ext>
            </a:extLst>
          </p:cNvPr>
          <p:cNvSpPr txBox="1"/>
          <p:nvPr/>
        </p:nvSpPr>
        <p:spPr>
          <a:xfrm>
            <a:off x="6559479" y="2181013"/>
            <a:ext cx="5365821" cy="584775"/>
          </a:xfrm>
          <a:prstGeom prst="rect">
            <a:avLst/>
          </a:prstGeom>
          <a:noFill/>
        </p:spPr>
        <p:txBody>
          <a:bodyPr wrap="square" rtlCol="0">
            <a:spAutoFit/>
          </a:bodyPr>
          <a:lstStyle/>
          <a:p>
            <a:pPr marL="285750" indent="-285750">
              <a:buFont typeface="Wingdings" panose="05000000000000000000" pitchFamily="2" charset="2"/>
              <a:buChar char="§"/>
            </a:pPr>
            <a:r>
              <a:rPr lang="en-US" altLang="ko-KR" sz="1600" dirty="0" err="1">
                <a:solidFill>
                  <a:sysClr val="windowText" lastClr="000000"/>
                </a:solidFill>
                <a:latin typeface="Times New Roman" panose="02020603050405020304" pitchFamily="18" charset="0"/>
                <a:cs typeface="Times New Roman" panose="02020603050405020304" pitchFamily="18" charset="0"/>
              </a:rPr>
              <a:t>Phân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loại</a:t>
            </a:r>
            <a:r>
              <a:rPr lang="en-US" altLang="ko-KR" sz="1600" dirty="0">
                <a:solidFill>
                  <a:sysClr val="windowText" lastClr="000000"/>
                </a:solidFill>
                <a:latin typeface="Times New Roman" panose="02020603050405020304" pitchFamily="18" charset="0"/>
                <a:cs typeface="Times New Roman" panose="02020603050405020304" pitchFamily="18" charset="0"/>
              </a:rPr>
              <a:t> HR/General Affairs (</a:t>
            </a:r>
            <a:r>
              <a:rPr lang="en-US" altLang="ko-KR" sz="1600" dirty="0" err="1">
                <a:solidFill>
                  <a:sysClr val="windowText" lastClr="000000"/>
                </a:solidFill>
                <a:latin typeface="Times New Roman" panose="02020603050405020304" pitchFamily="18" charset="0"/>
                <a:cs typeface="Times New Roman" panose="02020603050405020304" pitchFamily="18" charset="0"/>
              </a:rPr>
              <a:t>Hành</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chính</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nhân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sự</a:t>
            </a:r>
            <a:r>
              <a:rPr lang="en-US" altLang="ko-KR" sz="1600" dirty="0">
                <a:solidFill>
                  <a:sysClr val="windowText" lastClr="000000"/>
                </a:solidFill>
                <a:latin typeface="Times New Roman" panose="02020603050405020304" pitchFamily="18" charset="0"/>
                <a:cs typeface="Times New Roman" panose="02020603050405020304" pitchFamily="18" charset="0"/>
              </a:rPr>
              <a:t>)</a:t>
            </a:r>
          </a:p>
          <a:p>
            <a:endParaRPr lang="vi-VN" sz="1600" dirty="0">
              <a:solidFill>
                <a:sysClr val="windowText" lastClr="000000"/>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49B2EDA9-48E3-F837-12A4-104990D492A0}"/>
              </a:ext>
            </a:extLst>
          </p:cNvPr>
          <p:cNvPicPr>
            <a:picLocks noChangeAspect="1"/>
          </p:cNvPicPr>
          <p:nvPr/>
        </p:nvPicPr>
        <p:blipFill>
          <a:blip r:embed="rId3"/>
          <a:stretch>
            <a:fillRect/>
          </a:stretch>
        </p:blipFill>
        <p:spPr>
          <a:xfrm>
            <a:off x="6726298" y="2680668"/>
            <a:ext cx="5279148" cy="2270123"/>
          </a:xfrm>
          <a:prstGeom prst="rect">
            <a:avLst/>
          </a:prstGeom>
        </p:spPr>
      </p:pic>
      <p:sp>
        <p:nvSpPr>
          <p:cNvPr id="10" name="TextBox 9">
            <a:extLst>
              <a:ext uri="{FF2B5EF4-FFF2-40B4-BE49-F238E27FC236}">
                <a16:creationId xmlns:a16="http://schemas.microsoft.com/office/drawing/2014/main" id="{35B4E8FA-AC88-B09B-AE62-BE35BC447C1E}"/>
              </a:ext>
            </a:extLst>
          </p:cNvPr>
          <p:cNvSpPr txBox="1"/>
          <p:nvPr/>
        </p:nvSpPr>
        <p:spPr>
          <a:xfrm>
            <a:off x="1292753" y="2183905"/>
            <a:ext cx="3790952" cy="584775"/>
          </a:xfrm>
          <a:prstGeom prst="rect">
            <a:avLst/>
          </a:prstGeom>
          <a:noFill/>
        </p:spPr>
        <p:txBody>
          <a:bodyPr wrap="square" rtlCol="0">
            <a:spAutoFit/>
          </a:bodyPr>
          <a:lstStyle/>
          <a:p>
            <a:pPr marL="285750" indent="-285750">
              <a:buFont typeface="Wingdings" panose="05000000000000000000" pitchFamily="2" charset="2"/>
              <a:buChar char="§"/>
            </a:pPr>
            <a:r>
              <a:rPr lang="en-US" altLang="ko-KR" sz="1600" dirty="0" err="1">
                <a:solidFill>
                  <a:sysClr val="windowText" lastClr="000000"/>
                </a:solidFill>
                <a:latin typeface="Times New Roman" panose="02020603050405020304" pitchFamily="18" charset="0"/>
                <a:cs typeface="Times New Roman" panose="02020603050405020304" pitchFamily="18" charset="0"/>
              </a:rPr>
              <a:t>Phân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loại</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chung</a:t>
            </a:r>
            <a:r>
              <a:rPr lang="en-US" altLang="ko-KR" sz="1600" dirty="0">
                <a:solidFill>
                  <a:sysClr val="windowText" lastClr="000000"/>
                </a:solidFill>
                <a:latin typeface="Times New Roman" panose="02020603050405020304" pitchFamily="18" charset="0"/>
                <a:cs typeface="Times New Roman" panose="02020603050405020304" pitchFamily="18" charset="0"/>
              </a:rPr>
              <a:t>-Commonness</a:t>
            </a:r>
          </a:p>
          <a:p>
            <a:endParaRPr lang="vi-VN" sz="1600" dirty="0">
              <a:solidFill>
                <a:sysClr val="windowText" lastClr="000000"/>
              </a:solidFill>
              <a:latin typeface="Times New Roman" panose="02020603050405020304" pitchFamily="18" charset="0"/>
              <a:cs typeface="Times New Roman" panose="02020603050405020304" pitchFamily="18" charset="0"/>
            </a:endParaRPr>
          </a:p>
        </p:txBody>
      </p:sp>
      <p:sp>
        <p:nvSpPr>
          <p:cNvPr id="11" name="Slide Number Placeholder 10">
            <a:extLst>
              <a:ext uri="{FF2B5EF4-FFF2-40B4-BE49-F238E27FC236}">
                <a16:creationId xmlns:a16="http://schemas.microsoft.com/office/drawing/2014/main" id="{1A42D172-6D80-CE38-76CE-A92C4F11A608}"/>
              </a:ext>
            </a:extLst>
          </p:cNvPr>
          <p:cNvSpPr>
            <a:spLocks noGrp="1"/>
          </p:cNvSpPr>
          <p:nvPr>
            <p:ph type="sldNum" sz="quarter" idx="12"/>
          </p:nvPr>
        </p:nvSpPr>
        <p:spPr/>
        <p:txBody>
          <a:bodyPr/>
          <a:lstStyle/>
          <a:p>
            <a:fld id="{A826A215-A5F0-48E6-BDB0-DB2528564D1C}" type="slidenum">
              <a:rPr lang="en-US" smtClean="0"/>
              <a:t>28</a:t>
            </a:fld>
            <a:endParaRPr lang="en-US"/>
          </a:p>
        </p:txBody>
      </p:sp>
    </p:spTree>
    <p:extLst>
      <p:ext uri="{BB962C8B-B14F-4D97-AF65-F5344CB8AC3E}">
        <p14:creationId xmlns:p14="http://schemas.microsoft.com/office/powerpoint/2010/main" val="3501822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 calcmode="lin" valueType="num">
                                      <p:cBhvr additive="base">
                                        <p:cTn id="1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21B91-5F66-4F93-F3A2-3ACC4198A2B4}"/>
              </a:ext>
            </a:extLst>
          </p:cNvPr>
          <p:cNvSpPr>
            <a:spLocks noGrp="1"/>
          </p:cNvSpPr>
          <p:nvPr>
            <p:ph idx="1"/>
          </p:nvPr>
        </p:nvSpPr>
        <p:spPr>
          <a:xfrm>
            <a:off x="838200" y="1147883"/>
            <a:ext cx="5419725" cy="369333"/>
          </a:xfrm>
        </p:spPr>
        <p:txBody>
          <a:bodyPr>
            <a:normAutofit fontScale="92500" lnSpcReduction="10000"/>
          </a:bodyPr>
          <a:lstStyle/>
          <a:p>
            <a:r>
              <a:rPr lang="vi-VN" sz="2400" b="1" dirty="0"/>
              <a:t>Phê duyệt điện tử</a:t>
            </a:r>
            <a:endParaRPr lang="en-US" sz="2400" b="1" dirty="0"/>
          </a:p>
        </p:txBody>
      </p:sp>
      <p:sp>
        <p:nvSpPr>
          <p:cNvPr id="4" name="Title 1">
            <a:extLst>
              <a:ext uri="{FF2B5EF4-FFF2-40B4-BE49-F238E27FC236}">
                <a16:creationId xmlns:a16="http://schemas.microsoft.com/office/drawing/2014/main" id="{92176D29-7FB6-4482-D0E8-2E7E3B9BF5DC}"/>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562F7677-B07C-EE15-D571-50DA37DF39CC}"/>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sp>
        <p:nvSpPr>
          <p:cNvPr id="6" name="TextBox 5">
            <a:extLst>
              <a:ext uri="{FF2B5EF4-FFF2-40B4-BE49-F238E27FC236}">
                <a16:creationId xmlns:a16="http://schemas.microsoft.com/office/drawing/2014/main" id="{6D271941-1C07-F124-19E4-94F9E2DC37C2}"/>
              </a:ext>
            </a:extLst>
          </p:cNvPr>
          <p:cNvSpPr txBox="1"/>
          <p:nvPr/>
        </p:nvSpPr>
        <p:spPr>
          <a:xfrm>
            <a:off x="936334" y="1445129"/>
            <a:ext cx="5115288" cy="338554"/>
          </a:xfrm>
          <a:prstGeom prst="rect">
            <a:avLst/>
          </a:prstGeom>
          <a:noFill/>
        </p:spPr>
        <p:txBody>
          <a:bodyPr wrap="square" rtlCol="0">
            <a:spAutoFit/>
          </a:bodyPr>
          <a:lstStyle/>
          <a:p>
            <a:pPr marL="285750" indent="-285750">
              <a:buFont typeface="Wingdings" panose="05000000000000000000" pitchFamily="2" charset="2"/>
              <a:buChar char="§"/>
            </a:pPr>
            <a:r>
              <a:rPr lang="en-US" altLang="ko-KR" sz="1600" dirty="0" err="1">
                <a:solidFill>
                  <a:sysClr val="windowText" lastClr="000000"/>
                </a:solidFill>
                <a:latin typeface="Times New Roman" panose="02020603050405020304" pitchFamily="18" charset="0"/>
                <a:cs typeface="Times New Roman" panose="02020603050405020304" pitchFamily="18" charset="0"/>
              </a:rPr>
              <a:t>Phân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loại</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sz="1600" dirty="0">
                <a:solidFill>
                  <a:sysClr val="windowText" lastClr="000000"/>
                </a:solidFill>
                <a:latin typeface="Times New Roman" panose="02020603050405020304" pitchFamily="18" charset="0"/>
                <a:cs typeface="Times New Roman" panose="02020603050405020304" pitchFamily="18" charset="0"/>
              </a:rPr>
              <a:t>Purchasing/Logistics (Mua </a:t>
            </a:r>
            <a:r>
              <a:rPr lang="en-US" sz="1600" dirty="0" err="1">
                <a:solidFill>
                  <a:sysClr val="windowText" lastClr="000000"/>
                </a:solidFill>
                <a:latin typeface="Times New Roman" panose="02020603050405020304" pitchFamily="18" charset="0"/>
                <a:cs typeface="Times New Roman" panose="02020603050405020304" pitchFamily="18" charset="0"/>
              </a:rPr>
              <a:t>hàng</a:t>
            </a:r>
            <a:r>
              <a:rPr lang="en-US" sz="1600" dirty="0">
                <a:solidFill>
                  <a:sysClr val="windowText" lastClr="000000"/>
                </a:solidFill>
                <a:latin typeface="Times New Roman" panose="02020603050405020304" pitchFamily="18" charset="0"/>
                <a:cs typeface="Times New Roman" panose="02020603050405020304" pitchFamily="18" charset="0"/>
              </a:rPr>
              <a:t>)</a:t>
            </a:r>
            <a:endParaRPr lang="vi-VN" sz="1600" dirty="0">
              <a:solidFill>
                <a:sysClr val="windowText" lastClr="000000"/>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67794EB-F3B3-3C4D-43EB-A3F0CE1428E2}"/>
              </a:ext>
            </a:extLst>
          </p:cNvPr>
          <p:cNvPicPr>
            <a:picLocks noChangeAspect="1"/>
          </p:cNvPicPr>
          <p:nvPr/>
        </p:nvPicPr>
        <p:blipFill>
          <a:blip r:embed="rId2"/>
          <a:srcRect r="39394"/>
          <a:stretch/>
        </p:blipFill>
        <p:spPr>
          <a:xfrm>
            <a:off x="936333" y="1783683"/>
            <a:ext cx="4393423" cy="2291854"/>
          </a:xfrm>
          <a:prstGeom prst="rect">
            <a:avLst/>
          </a:prstGeom>
        </p:spPr>
      </p:pic>
      <p:sp>
        <p:nvSpPr>
          <p:cNvPr id="12" name="TextBox 11">
            <a:extLst>
              <a:ext uri="{FF2B5EF4-FFF2-40B4-BE49-F238E27FC236}">
                <a16:creationId xmlns:a16="http://schemas.microsoft.com/office/drawing/2014/main" id="{03D18E54-32F5-F848-CA21-F15B49DF855F}"/>
              </a:ext>
            </a:extLst>
          </p:cNvPr>
          <p:cNvSpPr txBox="1"/>
          <p:nvPr/>
        </p:nvSpPr>
        <p:spPr>
          <a:xfrm>
            <a:off x="6257925" y="1445129"/>
            <a:ext cx="11748082" cy="584775"/>
          </a:xfrm>
          <a:prstGeom prst="rect">
            <a:avLst/>
          </a:prstGeom>
          <a:noFill/>
        </p:spPr>
        <p:txBody>
          <a:bodyPr wrap="square" rtlCol="0">
            <a:spAutoFit/>
          </a:bodyPr>
          <a:lstStyle/>
          <a:p>
            <a:pPr marL="285750" indent="-285750">
              <a:buFont typeface="Wingdings" panose="05000000000000000000" pitchFamily="2" charset="2"/>
              <a:buChar char="§"/>
            </a:pPr>
            <a:r>
              <a:rPr lang="en-US" altLang="ko-KR" sz="1600" dirty="0" err="1">
                <a:solidFill>
                  <a:sysClr val="windowText" lastClr="000000"/>
                </a:solidFill>
                <a:latin typeface="Times New Roman" panose="02020603050405020304" pitchFamily="18" charset="0"/>
                <a:cs typeface="Times New Roman" panose="02020603050405020304" pitchFamily="18" charset="0"/>
              </a:rPr>
              <a:t>Phân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loại</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Finance/Accounting </a:t>
            </a:r>
            <a:r>
              <a:rPr lang="en-US" altLang="ko-KR" sz="1600" dirty="0">
                <a:solidFill>
                  <a:sysClr val="windowText" lastClr="000000"/>
                </a:solidFill>
                <a:latin typeface="Times New Roman" panose="02020603050405020304" pitchFamily="18" charset="0"/>
                <a:cs typeface="Times New Roman" panose="02020603050405020304" pitchFamily="18" charset="0"/>
              </a:rPr>
              <a:t>(</a:t>
            </a:r>
            <a:r>
              <a:rPr lang="en-US" altLang="ko-KR" sz="1600" dirty="0" err="1">
                <a:solidFill>
                  <a:sysClr val="windowText" lastClr="000000"/>
                </a:solidFill>
                <a:latin typeface="Times New Roman" panose="02020603050405020304" pitchFamily="18" charset="0"/>
                <a:cs typeface="Times New Roman" panose="02020603050405020304" pitchFamily="18" charset="0"/>
              </a:rPr>
              <a:t>Kế</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toán</a:t>
            </a:r>
            <a:r>
              <a:rPr lang="en-US" altLang="ko-KR" sz="1600" dirty="0">
                <a:solidFill>
                  <a:sysClr val="windowText" lastClr="000000"/>
                </a:solidFill>
                <a:latin typeface="Times New Roman" panose="02020603050405020304" pitchFamily="18" charset="0"/>
                <a:cs typeface="Times New Roman" panose="02020603050405020304" pitchFamily="18" charset="0"/>
              </a:rPr>
              <a:t>):</a:t>
            </a:r>
          </a:p>
          <a:p>
            <a:endParaRPr lang="vi-VN" sz="1600" dirty="0">
              <a:solidFill>
                <a:sysClr val="windowText" lastClr="000000"/>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2BC8001B-38FA-1AF0-7996-0B4F21A40652}"/>
              </a:ext>
            </a:extLst>
          </p:cNvPr>
          <p:cNvPicPr>
            <a:picLocks noChangeAspect="1"/>
          </p:cNvPicPr>
          <p:nvPr/>
        </p:nvPicPr>
        <p:blipFill>
          <a:blip r:embed="rId3"/>
          <a:srcRect r="22341"/>
          <a:stretch/>
        </p:blipFill>
        <p:spPr>
          <a:xfrm>
            <a:off x="6257925" y="1737516"/>
            <a:ext cx="5533764" cy="2467319"/>
          </a:xfrm>
          <a:prstGeom prst="rect">
            <a:avLst/>
          </a:prstGeom>
        </p:spPr>
      </p:pic>
      <p:sp>
        <p:nvSpPr>
          <p:cNvPr id="14" name="TextBox 13">
            <a:extLst>
              <a:ext uri="{FF2B5EF4-FFF2-40B4-BE49-F238E27FC236}">
                <a16:creationId xmlns:a16="http://schemas.microsoft.com/office/drawing/2014/main" id="{A343F599-E8BC-C777-7B23-C3CDCAE27E64}"/>
              </a:ext>
            </a:extLst>
          </p:cNvPr>
          <p:cNvSpPr txBox="1"/>
          <p:nvPr/>
        </p:nvSpPr>
        <p:spPr>
          <a:xfrm>
            <a:off x="936333" y="4140110"/>
            <a:ext cx="4482975" cy="338554"/>
          </a:xfrm>
          <a:prstGeom prst="rect">
            <a:avLst/>
          </a:prstGeom>
          <a:noFill/>
        </p:spPr>
        <p:txBody>
          <a:bodyPr wrap="square" rtlCol="0">
            <a:spAutoFit/>
          </a:bodyPr>
          <a:lstStyle/>
          <a:p>
            <a:pPr marL="285750" indent="-285750">
              <a:buFont typeface="Wingdings" panose="05000000000000000000" pitchFamily="2" charset="2"/>
              <a:buChar char="§"/>
            </a:pPr>
            <a:r>
              <a:rPr lang="en-US" altLang="ko-KR" sz="1600" dirty="0" err="1">
                <a:solidFill>
                  <a:sysClr val="windowText" lastClr="000000"/>
                </a:solidFill>
                <a:latin typeface="Times New Roman" panose="02020603050405020304" pitchFamily="18" charset="0"/>
                <a:cs typeface="Times New Roman" panose="02020603050405020304" pitchFamily="18" charset="0"/>
              </a:rPr>
              <a:t>Phân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loại</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sz="1600" dirty="0">
                <a:solidFill>
                  <a:sysClr val="windowText" lastClr="000000"/>
                </a:solidFill>
                <a:latin typeface="Times New Roman" panose="02020603050405020304" pitchFamily="18" charset="0"/>
                <a:cs typeface="Times New Roman" panose="02020603050405020304" pitchFamily="18" charset="0"/>
              </a:rPr>
              <a:t>IT:</a:t>
            </a:r>
            <a:endParaRPr lang="vi-VN" sz="1600" dirty="0">
              <a:solidFill>
                <a:sysClr val="windowText" lastClr="000000"/>
              </a:solidFill>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DDB167AB-0D89-198D-C4DD-07FD7306858C}"/>
              </a:ext>
            </a:extLst>
          </p:cNvPr>
          <p:cNvPicPr>
            <a:picLocks noChangeAspect="1"/>
          </p:cNvPicPr>
          <p:nvPr/>
        </p:nvPicPr>
        <p:blipFill>
          <a:blip r:embed="rId4"/>
          <a:srcRect r="5663"/>
          <a:stretch/>
        </p:blipFill>
        <p:spPr>
          <a:xfrm>
            <a:off x="981508" y="4509443"/>
            <a:ext cx="4903726" cy="1356340"/>
          </a:xfrm>
          <a:prstGeom prst="rect">
            <a:avLst/>
          </a:prstGeom>
        </p:spPr>
      </p:pic>
      <p:sp>
        <p:nvSpPr>
          <p:cNvPr id="18" name="Slide Number Placeholder 17">
            <a:extLst>
              <a:ext uri="{FF2B5EF4-FFF2-40B4-BE49-F238E27FC236}">
                <a16:creationId xmlns:a16="http://schemas.microsoft.com/office/drawing/2014/main" id="{6623D26C-E0D2-4B25-8896-E7C4716B988A}"/>
              </a:ext>
            </a:extLst>
          </p:cNvPr>
          <p:cNvSpPr>
            <a:spLocks noGrp="1"/>
          </p:cNvSpPr>
          <p:nvPr>
            <p:ph type="sldNum" sz="quarter" idx="12"/>
          </p:nvPr>
        </p:nvSpPr>
        <p:spPr/>
        <p:txBody>
          <a:bodyPr/>
          <a:lstStyle/>
          <a:p>
            <a:fld id="{A826A215-A5F0-48E6-BDB0-DB2528564D1C}" type="slidenum">
              <a:rPr lang="en-US" smtClean="0"/>
              <a:t>29</a:t>
            </a:fld>
            <a:endParaRPr lang="en-US"/>
          </a:p>
        </p:txBody>
      </p:sp>
    </p:spTree>
    <p:extLst>
      <p:ext uri="{BB962C8B-B14F-4D97-AF65-F5344CB8AC3E}">
        <p14:creationId xmlns:p14="http://schemas.microsoft.com/office/powerpoint/2010/main" val="411588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 calcmode="lin" valueType="num">
                                      <p:cBhvr additive="base">
                                        <p:cTn id="1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21B91-5F66-4F93-F3A2-3ACC4198A2B4}"/>
              </a:ext>
            </a:extLst>
          </p:cNvPr>
          <p:cNvSpPr>
            <a:spLocks noGrp="1"/>
          </p:cNvSpPr>
          <p:nvPr>
            <p:ph idx="1"/>
          </p:nvPr>
        </p:nvSpPr>
        <p:spPr>
          <a:xfrm>
            <a:off x="838200" y="1147883"/>
            <a:ext cx="5419725" cy="369333"/>
          </a:xfrm>
        </p:spPr>
        <p:txBody>
          <a:bodyPr>
            <a:normAutofit fontScale="92500" lnSpcReduction="10000"/>
          </a:bodyPr>
          <a:lstStyle/>
          <a:p>
            <a:r>
              <a:rPr lang="vi-VN" sz="2400" b="1" dirty="0"/>
              <a:t>Phê duyệt điện tử</a:t>
            </a:r>
            <a:endParaRPr lang="en-US" sz="2400" b="1" dirty="0"/>
          </a:p>
        </p:txBody>
      </p:sp>
      <p:sp>
        <p:nvSpPr>
          <p:cNvPr id="4" name="Title 1">
            <a:extLst>
              <a:ext uri="{FF2B5EF4-FFF2-40B4-BE49-F238E27FC236}">
                <a16:creationId xmlns:a16="http://schemas.microsoft.com/office/drawing/2014/main" id="{92176D29-7FB6-4482-D0E8-2E7E3B9BF5DC}"/>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562F7677-B07C-EE15-D571-50DA37DF39CC}"/>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sp>
        <p:nvSpPr>
          <p:cNvPr id="2" name="TextBox 1">
            <a:extLst>
              <a:ext uri="{FF2B5EF4-FFF2-40B4-BE49-F238E27FC236}">
                <a16:creationId xmlns:a16="http://schemas.microsoft.com/office/drawing/2014/main" id="{778F1A6F-9696-A7A1-1C9B-1FA310616FAC}"/>
              </a:ext>
            </a:extLst>
          </p:cNvPr>
          <p:cNvSpPr txBox="1"/>
          <p:nvPr/>
        </p:nvSpPr>
        <p:spPr>
          <a:xfrm>
            <a:off x="4685131" y="1149427"/>
            <a:ext cx="11748082" cy="369332"/>
          </a:xfrm>
          <a:prstGeom prst="rect">
            <a:avLst/>
          </a:prstGeom>
          <a:noFill/>
        </p:spPr>
        <p:txBody>
          <a:bodyPr wrap="square" rtlCol="0">
            <a:spAutoFit/>
          </a:bodyPr>
          <a:lstStyle/>
          <a:p>
            <a:r>
              <a:rPr lang="en-US" altLang="ko-KR" dirty="0" err="1">
                <a:solidFill>
                  <a:sysClr val="windowText" lastClr="000000"/>
                </a:solidFill>
                <a:latin typeface="Times New Roman" panose="02020603050405020304" pitchFamily="18" charset="0"/>
                <a:cs typeface="Times New Roman" panose="02020603050405020304" pitchFamily="18" charset="0"/>
              </a:rPr>
              <a:t>Cấu</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trúc</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cơ</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altLang="ko-KR" dirty="0" err="1">
                <a:solidFill>
                  <a:sysClr val="windowText" lastClr="000000"/>
                </a:solidFill>
                <a:latin typeface="Times New Roman" panose="02020603050405020304" pitchFamily="18" charset="0"/>
                <a:cs typeface="Times New Roman" panose="02020603050405020304" pitchFamily="18" charset="0"/>
              </a:rPr>
              <a:t>bản</a:t>
            </a:r>
            <a:r>
              <a:rPr lang="en-US" altLang="ko-KR" dirty="0">
                <a:solidFill>
                  <a:sysClr val="windowText" lastClr="000000"/>
                </a:solidFill>
                <a:latin typeface="Times New Roman" panose="02020603050405020304" pitchFamily="18" charset="0"/>
                <a:cs typeface="Times New Roman" panose="02020603050405020304" pitchFamily="18" charset="0"/>
              </a:rPr>
              <a:t> </a:t>
            </a:r>
            <a:r>
              <a:rPr lang="en-US" dirty="0">
                <a:solidFill>
                  <a:sysClr val="windowText" lastClr="000000"/>
                </a:solidFill>
                <a:latin typeface="Times New Roman" panose="02020603050405020304" pitchFamily="18" charset="0"/>
                <a:cs typeface="Times New Roman" panose="02020603050405020304" pitchFamily="18" charset="0"/>
              </a:rPr>
              <a:t>:Bao </a:t>
            </a:r>
            <a:r>
              <a:rPr lang="en-US" dirty="0" err="1">
                <a:solidFill>
                  <a:sysClr val="windowText" lastClr="000000"/>
                </a:solidFill>
                <a:latin typeface="Times New Roman" panose="02020603050405020304" pitchFamily="18" charset="0"/>
                <a:cs typeface="Times New Roman" panose="02020603050405020304" pitchFamily="18" charset="0"/>
              </a:rPr>
              <a:t>gồm</a:t>
            </a:r>
            <a:r>
              <a:rPr lang="en-US" dirty="0">
                <a:solidFill>
                  <a:sysClr val="windowText" lastClr="000000"/>
                </a:solidFill>
                <a:latin typeface="Times New Roman" panose="02020603050405020304" pitchFamily="18" charset="0"/>
                <a:cs typeface="Times New Roman" panose="02020603050405020304" pitchFamily="18" charset="0"/>
              </a:rPr>
              <a:t> 5 </a:t>
            </a:r>
            <a:r>
              <a:rPr lang="en-US" dirty="0" err="1">
                <a:solidFill>
                  <a:sysClr val="windowText" lastClr="000000"/>
                </a:solidFill>
                <a:latin typeface="Times New Roman" panose="02020603050405020304" pitchFamily="18" charset="0"/>
                <a:cs typeface="Times New Roman" panose="02020603050405020304" pitchFamily="18" charset="0"/>
              </a:rPr>
              <a:t>phần</a:t>
            </a:r>
            <a:r>
              <a:rPr lang="en-US" dirty="0">
                <a:solidFill>
                  <a:sysClr val="windowText" lastClr="000000"/>
                </a:solidFill>
                <a:latin typeface="Times New Roman" panose="02020603050405020304" pitchFamily="18" charset="0"/>
                <a:cs typeface="Times New Roman" panose="02020603050405020304" pitchFamily="18" charset="0"/>
              </a:rPr>
              <a:t> </a:t>
            </a:r>
            <a:r>
              <a:rPr lang="en-US" dirty="0" err="1">
                <a:solidFill>
                  <a:sysClr val="windowText" lastClr="000000"/>
                </a:solidFill>
                <a:latin typeface="Times New Roman" panose="02020603050405020304" pitchFamily="18" charset="0"/>
                <a:cs typeface="Times New Roman" panose="02020603050405020304" pitchFamily="18" charset="0"/>
              </a:rPr>
              <a:t>chính</a:t>
            </a:r>
            <a:r>
              <a:rPr lang="vi-VN" dirty="0">
                <a:solidFill>
                  <a:sysClr val="windowText" lastClr="000000"/>
                </a:solidFill>
                <a:latin typeface="Times New Roman" panose="02020603050405020304" pitchFamily="18" charset="0"/>
                <a:cs typeface="Times New Roman" panose="02020603050405020304" pitchFamily="18" charset="0"/>
              </a:rPr>
              <a:t> </a:t>
            </a:r>
          </a:p>
        </p:txBody>
      </p:sp>
      <p:pic>
        <p:nvPicPr>
          <p:cNvPr id="7" name="Picture 6">
            <a:extLst>
              <a:ext uri="{FF2B5EF4-FFF2-40B4-BE49-F238E27FC236}">
                <a16:creationId xmlns:a16="http://schemas.microsoft.com/office/drawing/2014/main" id="{35CDDA1B-74F4-A564-3E5E-CDED5E8DEC39}"/>
              </a:ext>
            </a:extLst>
          </p:cNvPr>
          <p:cNvPicPr>
            <a:picLocks noChangeAspect="1"/>
          </p:cNvPicPr>
          <p:nvPr/>
        </p:nvPicPr>
        <p:blipFill>
          <a:blip r:embed="rId2"/>
          <a:stretch>
            <a:fillRect/>
          </a:stretch>
        </p:blipFill>
        <p:spPr>
          <a:xfrm>
            <a:off x="267134" y="1554985"/>
            <a:ext cx="5065910" cy="4400738"/>
          </a:xfrm>
          <a:prstGeom prst="rect">
            <a:avLst/>
          </a:prstGeom>
        </p:spPr>
      </p:pic>
      <p:sp>
        <p:nvSpPr>
          <p:cNvPr id="8" name="TextBox 7">
            <a:extLst>
              <a:ext uri="{FF2B5EF4-FFF2-40B4-BE49-F238E27FC236}">
                <a16:creationId xmlns:a16="http://schemas.microsoft.com/office/drawing/2014/main" id="{1D289A8E-1CD0-4F59-7AC4-6A07E73BD424}"/>
              </a:ext>
            </a:extLst>
          </p:cNvPr>
          <p:cNvSpPr txBox="1"/>
          <p:nvPr/>
        </p:nvSpPr>
        <p:spPr>
          <a:xfrm>
            <a:off x="4867613" y="1506429"/>
            <a:ext cx="6912583" cy="4449295"/>
          </a:xfrm>
          <a:prstGeom prst="rect">
            <a:avLst/>
          </a:prstGeom>
          <a:noFill/>
        </p:spPr>
        <p:txBody>
          <a:bodyPr wrap="square" rtlCol="0">
            <a:spAutoFit/>
          </a:bodyPr>
          <a:lstStyle/>
          <a:p>
            <a:pPr marL="285750" indent="-285750">
              <a:lnSpc>
                <a:spcPct val="200000"/>
              </a:lnSpc>
              <a:buFont typeface="Wingdings" panose="05000000000000000000" pitchFamily="2" charset="2"/>
              <a:buChar char="§"/>
            </a:pPr>
            <a:r>
              <a:rPr lang="en-US" altLang="ko-KR" sz="1600" dirty="0">
                <a:solidFill>
                  <a:sysClr val="windowText" lastClr="000000"/>
                </a:solidFill>
                <a:latin typeface="Times New Roman" panose="02020603050405020304" pitchFamily="18" charset="0"/>
                <a:cs typeface="Times New Roman" panose="02020603050405020304" pitchFamily="18" charset="0"/>
              </a:rPr>
              <a:t>Line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Phê</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duyệt</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một</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danh</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sách</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những</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người</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phê</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duyệt</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theo</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thứ</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tự</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cấp</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bậc:nhân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viên</a:t>
            </a:r>
            <a:r>
              <a:rPr lang="en-US" altLang="ko-KR" sz="1600" dirty="0">
                <a:solidFill>
                  <a:sysClr val="windowText" lastClr="000000"/>
                </a:solidFill>
                <a:latin typeface="Times New Roman" panose="02020603050405020304" pitchFamily="18" charset="0"/>
                <a:cs typeface="Times New Roman" panose="02020603050405020304" pitchFamily="18" charset="0"/>
              </a:rPr>
              <a:t>-&gt;Part Leader-&gt;Team Leader-&gt;Group Leader-&gt;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Tổng</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giám</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đốc</a:t>
            </a:r>
            <a:r>
              <a:rPr lang="en-US" altLang="ko-KR" sz="1600" dirty="0">
                <a:solidFill>
                  <a:sysClr val="windowText" lastClr="000000"/>
                </a:solidFill>
                <a:latin typeface="Times New Roman" panose="02020603050405020304" pitchFamily="18" charset="0"/>
                <a:cs typeface="Times New Roman" panose="02020603050405020304" pitchFamily="18" charset="0"/>
              </a:rPr>
              <a:t>.</a:t>
            </a:r>
          </a:p>
          <a:p>
            <a:pPr marL="285750" indent="-285750">
              <a:lnSpc>
                <a:spcPct val="200000"/>
              </a:lnSpc>
              <a:buFont typeface="Wingdings" panose="05000000000000000000" pitchFamily="2" charset="2"/>
              <a:buChar char="§"/>
            </a:pPr>
            <a:r>
              <a:rPr lang="en-US" altLang="ko-KR" sz="1600" dirty="0" err="1">
                <a:solidFill>
                  <a:sysClr val="windowText" lastClr="000000"/>
                </a:solidFill>
                <a:latin typeface="Times New Roman" panose="02020603050405020304" pitchFamily="18" charset="0"/>
                <a:cs typeface="Times New Roman" panose="02020603050405020304" pitchFamily="18" charset="0"/>
              </a:rPr>
              <a:t>Tiêu</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đề</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của</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phê</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duyệt</a:t>
            </a:r>
            <a:r>
              <a:rPr lang="en-US" altLang="ko-KR" sz="1600" dirty="0">
                <a:solidFill>
                  <a:sysClr val="windowText" lastClr="000000"/>
                </a:solidFill>
                <a:latin typeface="Times New Roman" panose="02020603050405020304" pitchFamily="18" charset="0"/>
                <a:cs typeface="Times New Roman" panose="02020603050405020304" pitchFamily="18" charset="0"/>
              </a:rPr>
              <a:t>.</a:t>
            </a:r>
          </a:p>
          <a:p>
            <a:pPr marL="285750" indent="-285750">
              <a:lnSpc>
                <a:spcPct val="200000"/>
              </a:lnSpc>
              <a:buFont typeface="Wingdings" panose="05000000000000000000" pitchFamily="2" charset="2"/>
              <a:buChar char="§"/>
            </a:pPr>
            <a:r>
              <a:rPr lang="en-US" altLang="ko-KR" sz="1600" dirty="0" err="1">
                <a:solidFill>
                  <a:sysClr val="windowText" lastClr="000000"/>
                </a:solidFill>
                <a:latin typeface="Times New Roman" panose="02020603050405020304" pitchFamily="18" charset="0"/>
                <a:cs typeface="Times New Roman" panose="02020603050405020304" pitchFamily="18" charset="0"/>
              </a:rPr>
              <a:t>Nội</a:t>
            </a:r>
            <a:r>
              <a:rPr lang="en-US" altLang="ko-KR" sz="1600" dirty="0">
                <a:solidFill>
                  <a:sysClr val="windowText" lastClr="000000"/>
                </a:solidFill>
                <a:latin typeface="Times New Roman" panose="02020603050405020304" pitchFamily="18" charset="0"/>
                <a:cs typeface="Times New Roman" panose="02020603050405020304" pitchFamily="18" charset="0"/>
              </a:rPr>
              <a:t> dung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của</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phê</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duyệt</a:t>
            </a:r>
            <a:r>
              <a:rPr lang="en-US" altLang="ko-KR" sz="1600" dirty="0">
                <a:solidFill>
                  <a:sysClr val="windowText" lastClr="000000"/>
                </a:solidFill>
                <a:latin typeface="Times New Roman" panose="02020603050405020304" pitchFamily="18" charset="0"/>
                <a:cs typeface="Times New Roman" panose="02020603050405020304" pitchFamily="18" charset="0"/>
              </a:rPr>
              <a:t> : </a:t>
            </a:r>
            <a:r>
              <a:rPr lang="en-US" altLang="ko-KR" sz="1600" dirty="0" err="1">
                <a:solidFill>
                  <a:sysClr val="windowText" lastClr="000000"/>
                </a:solidFill>
                <a:latin typeface="Times New Roman" panose="02020603050405020304" pitchFamily="18" charset="0"/>
                <a:cs typeface="Times New Roman" panose="02020603050405020304" pitchFamily="18" charset="0"/>
              </a:rPr>
              <a:t>điền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các</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thông</a:t>
            </a:r>
            <a:r>
              <a:rPr lang="en-US" altLang="ko-KR" sz="1600" dirty="0">
                <a:solidFill>
                  <a:sysClr val="windowText" lastClr="000000"/>
                </a:solidFill>
                <a:latin typeface="Times New Roman" panose="02020603050405020304" pitchFamily="18" charset="0"/>
                <a:cs typeface="Times New Roman" panose="02020603050405020304" pitchFamily="18" charset="0"/>
              </a:rPr>
              <a:t> tin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cần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thiết</a:t>
            </a:r>
            <a:r>
              <a:rPr lang="en-US" altLang="ko-KR" sz="1600" dirty="0">
                <a:solidFill>
                  <a:sysClr val="windowText" lastClr="000000"/>
                </a:solidFill>
                <a:latin typeface="Times New Roman" panose="02020603050405020304" pitchFamily="18" charset="0"/>
                <a:cs typeface="Times New Roman" panose="02020603050405020304" pitchFamily="18" charset="0"/>
              </a:rPr>
              <a:t>.</a:t>
            </a:r>
          </a:p>
          <a:p>
            <a:pPr marL="285750" indent="-285750">
              <a:lnSpc>
                <a:spcPct val="200000"/>
              </a:lnSpc>
              <a:buFont typeface="Wingdings" panose="05000000000000000000" pitchFamily="2" charset="2"/>
              <a:buChar char="§"/>
            </a:pPr>
            <a:r>
              <a:rPr lang="en-US" altLang="ko-KR" sz="1600" dirty="0">
                <a:solidFill>
                  <a:sysClr val="windowText" lastClr="000000"/>
                </a:solidFill>
                <a:latin typeface="Times New Roman" panose="02020603050405020304" pitchFamily="18" charset="0"/>
                <a:cs typeface="Times New Roman" panose="02020603050405020304" pitchFamily="18" charset="0"/>
              </a:rPr>
              <a:t>File </a:t>
            </a:r>
            <a:r>
              <a:rPr lang="en-US" altLang="ko-KR" sz="1600" dirty="0" err="1">
                <a:solidFill>
                  <a:sysClr val="windowText" lastClr="000000"/>
                </a:solidFill>
                <a:latin typeface="Times New Roman" panose="02020603050405020304" pitchFamily="18" charset="0"/>
                <a:cs typeface="Times New Roman" panose="02020603050405020304" pitchFamily="18" charset="0"/>
              </a:rPr>
              <a:t>đính</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kèm:các</a:t>
            </a:r>
            <a:r>
              <a:rPr lang="en-US" altLang="ko-KR" sz="1600" dirty="0">
                <a:solidFill>
                  <a:sysClr val="windowText" lastClr="000000"/>
                </a:solidFill>
                <a:latin typeface="Times New Roman" panose="02020603050405020304" pitchFamily="18" charset="0"/>
                <a:cs typeface="Times New Roman" panose="02020603050405020304" pitchFamily="18" charset="0"/>
              </a:rPr>
              <a:t> file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tài</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liệu</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đính</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kèm</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cung</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cấp</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thông</a:t>
            </a:r>
            <a:r>
              <a:rPr lang="en-US" altLang="ko-KR" sz="1600" dirty="0">
                <a:solidFill>
                  <a:sysClr val="windowText" lastClr="000000"/>
                </a:solidFill>
                <a:latin typeface="Times New Roman" panose="02020603050405020304" pitchFamily="18" charset="0"/>
                <a:cs typeface="Times New Roman" panose="02020603050405020304" pitchFamily="18" charset="0"/>
              </a:rPr>
              <a:t> tin chi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tiết</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phê</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duyệt</a:t>
            </a:r>
            <a:r>
              <a:rPr lang="en-US" altLang="ko-KR" sz="1600" dirty="0">
                <a:solidFill>
                  <a:sysClr val="windowText" lastClr="000000"/>
                </a:solidFill>
                <a:latin typeface="Times New Roman" panose="02020603050405020304" pitchFamily="18" charset="0"/>
                <a:cs typeface="Times New Roman" panose="02020603050405020304" pitchFamily="18" charset="0"/>
              </a:rPr>
              <a:t>.</a:t>
            </a:r>
          </a:p>
          <a:p>
            <a:pPr marL="285750" indent="-285750">
              <a:lnSpc>
                <a:spcPct val="200000"/>
              </a:lnSpc>
              <a:buFont typeface="Wingdings" panose="05000000000000000000" pitchFamily="2" charset="2"/>
              <a:buChar char="§"/>
            </a:pPr>
            <a:r>
              <a:rPr lang="en-US" altLang="ko-KR" sz="1600" dirty="0" err="1">
                <a:solidFill>
                  <a:sysClr val="windowText" lastClr="000000"/>
                </a:solidFill>
                <a:latin typeface="Times New Roman" panose="02020603050405020304" pitchFamily="18" charset="0"/>
                <a:cs typeface="Times New Roman" panose="02020603050405020304" pitchFamily="18" charset="0"/>
              </a:rPr>
              <a:t>Tài</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liệu</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liên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kết</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đính</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kèm</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liên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kết</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đến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các</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phê</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duyệt</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có</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liên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quan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đã</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hoàn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thành</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trước</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đó.VD</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khi</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làm</a:t>
            </a:r>
            <a:r>
              <a:rPr lang="en-US" altLang="ko-KR" sz="1600" dirty="0">
                <a:solidFill>
                  <a:sysClr val="windowText" lastClr="000000"/>
                </a:solidFill>
                <a:latin typeface="Times New Roman" panose="02020603050405020304" pitchFamily="18" charset="0"/>
                <a:cs typeface="Times New Roman" panose="02020603050405020304" pitchFamily="18" charset="0"/>
              </a:rPr>
              <a:t> PO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thì</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sẽ</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thường</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đính</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kèm</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các</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phê</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duyệt</a:t>
            </a:r>
            <a:r>
              <a:rPr lang="en-US" altLang="ko-KR" sz="1600" dirty="0">
                <a:solidFill>
                  <a:sysClr val="windowText" lastClr="000000"/>
                </a:solidFill>
                <a:latin typeface="Times New Roman" panose="02020603050405020304" pitchFamily="18" charset="0"/>
                <a:cs typeface="Times New Roman" panose="02020603050405020304" pitchFamily="18" charset="0"/>
              </a:rPr>
              <a:t> PR, </a:t>
            </a:r>
            <a:r>
              <a:rPr lang="en-US" altLang="ko-KR" sz="1600" dirty="0" err="1">
                <a:solidFill>
                  <a:sysClr val="windowText" lastClr="000000"/>
                </a:solidFill>
                <a:latin typeface="Times New Roman" panose="02020603050405020304" pitchFamily="18" charset="0"/>
                <a:cs typeface="Times New Roman" panose="02020603050405020304" pitchFamily="18" charset="0"/>
              </a:rPr>
              <a:t>khi</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làm</a:t>
            </a:r>
            <a:r>
              <a:rPr lang="en-US" altLang="ko-KR" sz="1600" dirty="0">
                <a:solidFill>
                  <a:sysClr val="windowText" lastClr="000000"/>
                </a:solidFill>
                <a:latin typeface="Times New Roman" panose="02020603050405020304" pitchFamily="18" charset="0"/>
                <a:cs typeface="Times New Roman" panose="02020603050405020304" pitchFamily="18" charset="0"/>
              </a:rPr>
              <a:t> Payment request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sẽ</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đính</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kèm</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các</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tài</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liệu</a:t>
            </a:r>
            <a:r>
              <a:rPr lang="en-US" altLang="ko-KR" sz="1600" dirty="0">
                <a:solidFill>
                  <a:sysClr val="windowText" lastClr="000000"/>
                </a:solidFill>
                <a:latin typeface="Times New Roman" panose="02020603050405020304" pitchFamily="18" charset="0"/>
                <a:cs typeface="Times New Roman" panose="02020603050405020304" pitchFamily="18" charset="0"/>
              </a:rPr>
              <a:t> PO</a:t>
            </a:r>
          </a:p>
          <a:p>
            <a:pPr marL="285750" indent="-285750">
              <a:lnSpc>
                <a:spcPct val="200000"/>
              </a:lnSpc>
              <a:buFont typeface="Wingdings" panose="05000000000000000000" pitchFamily="2" charset="2"/>
              <a:buChar char="§"/>
            </a:pPr>
            <a:endParaRPr lang="vi-VN" sz="1600" dirty="0">
              <a:solidFill>
                <a:sysClr val="windowText" lastClr="000000"/>
              </a:solidFill>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33D8DFAB-492C-E4E0-0ED7-A4B70FC2A58A}"/>
              </a:ext>
            </a:extLst>
          </p:cNvPr>
          <p:cNvSpPr>
            <a:spLocks noGrp="1"/>
          </p:cNvSpPr>
          <p:nvPr>
            <p:ph type="sldNum" sz="quarter" idx="12"/>
          </p:nvPr>
        </p:nvSpPr>
        <p:spPr/>
        <p:txBody>
          <a:bodyPr/>
          <a:lstStyle/>
          <a:p>
            <a:fld id="{A826A215-A5F0-48E6-BDB0-DB2528564D1C}" type="slidenum">
              <a:rPr lang="en-US" smtClean="0"/>
              <a:t>30</a:t>
            </a:fld>
            <a:endParaRPr lang="en-US"/>
          </a:p>
        </p:txBody>
      </p:sp>
    </p:spTree>
    <p:extLst>
      <p:ext uri="{BB962C8B-B14F-4D97-AF65-F5344CB8AC3E}">
        <p14:creationId xmlns:p14="http://schemas.microsoft.com/office/powerpoint/2010/main" val="220295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 calcmode="lin" valueType="num">
                                      <p:cBhvr additive="base">
                                        <p:cTn id="1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21B91-5F66-4F93-F3A2-3ACC4198A2B4}"/>
              </a:ext>
            </a:extLst>
          </p:cNvPr>
          <p:cNvSpPr>
            <a:spLocks noGrp="1"/>
          </p:cNvSpPr>
          <p:nvPr>
            <p:ph idx="1"/>
          </p:nvPr>
        </p:nvSpPr>
        <p:spPr>
          <a:xfrm>
            <a:off x="838200" y="1147883"/>
            <a:ext cx="5419725" cy="369333"/>
          </a:xfrm>
        </p:spPr>
        <p:txBody>
          <a:bodyPr>
            <a:normAutofit fontScale="92500" lnSpcReduction="10000"/>
          </a:bodyPr>
          <a:lstStyle/>
          <a:p>
            <a:r>
              <a:rPr lang="vi-VN" sz="2400" b="1" dirty="0"/>
              <a:t>Phê duyệt điện tử</a:t>
            </a:r>
            <a:endParaRPr lang="en-US" sz="2400" b="1" dirty="0"/>
          </a:p>
        </p:txBody>
      </p:sp>
      <p:sp>
        <p:nvSpPr>
          <p:cNvPr id="4" name="Title 1">
            <a:extLst>
              <a:ext uri="{FF2B5EF4-FFF2-40B4-BE49-F238E27FC236}">
                <a16:creationId xmlns:a16="http://schemas.microsoft.com/office/drawing/2014/main" id="{92176D29-7FB6-4482-D0E8-2E7E3B9BF5DC}"/>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562F7677-B07C-EE15-D571-50DA37DF39CC}"/>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pic>
        <p:nvPicPr>
          <p:cNvPr id="6" name="Picture 5">
            <a:extLst>
              <a:ext uri="{FF2B5EF4-FFF2-40B4-BE49-F238E27FC236}">
                <a16:creationId xmlns:a16="http://schemas.microsoft.com/office/drawing/2014/main" id="{3E69E9F2-0195-A67E-4A60-EFE366E61213}"/>
              </a:ext>
            </a:extLst>
          </p:cNvPr>
          <p:cNvPicPr>
            <a:picLocks noChangeAspect="1"/>
          </p:cNvPicPr>
          <p:nvPr/>
        </p:nvPicPr>
        <p:blipFill>
          <a:blip r:embed="rId2"/>
          <a:stretch>
            <a:fillRect/>
          </a:stretch>
        </p:blipFill>
        <p:spPr>
          <a:xfrm>
            <a:off x="1091116" y="1552493"/>
            <a:ext cx="2566483" cy="2474822"/>
          </a:xfrm>
          <a:prstGeom prst="rect">
            <a:avLst/>
          </a:prstGeom>
        </p:spPr>
      </p:pic>
      <p:sp>
        <p:nvSpPr>
          <p:cNvPr id="9" name="TextBox 8">
            <a:extLst>
              <a:ext uri="{FF2B5EF4-FFF2-40B4-BE49-F238E27FC236}">
                <a16:creationId xmlns:a16="http://schemas.microsoft.com/office/drawing/2014/main" id="{14293EE4-88B1-FA1D-B365-EC9239CC51DD}"/>
              </a:ext>
            </a:extLst>
          </p:cNvPr>
          <p:cNvSpPr txBox="1"/>
          <p:nvPr/>
        </p:nvSpPr>
        <p:spPr>
          <a:xfrm>
            <a:off x="3809999" y="1552411"/>
            <a:ext cx="7962902" cy="584775"/>
          </a:xfrm>
          <a:prstGeom prst="rect">
            <a:avLst/>
          </a:prstGeom>
          <a:noFill/>
        </p:spPr>
        <p:txBody>
          <a:bodyPr wrap="square" rtlCol="0">
            <a:spAutoFit/>
          </a:bodyPr>
          <a:lstStyle/>
          <a:p>
            <a:pPr marL="285750" indent="-285750">
              <a:buFont typeface="Wingdings" panose="05000000000000000000" pitchFamily="2" charset="2"/>
              <a:buChar char="§"/>
            </a:pPr>
            <a:r>
              <a:rPr lang="en-US" altLang="ko-KR" sz="1600" dirty="0" err="1">
                <a:solidFill>
                  <a:sysClr val="windowText" lastClr="000000"/>
                </a:solidFill>
                <a:latin typeface="Times New Roman" panose="02020603050405020304" pitchFamily="18" charset="0"/>
                <a:cs typeface="Times New Roman" panose="02020603050405020304" pitchFamily="18" charset="0"/>
              </a:rPr>
              <a:t>Hòm</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thư</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phê</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duyệt</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bộ</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phận</a:t>
            </a:r>
            <a:r>
              <a:rPr lang="en-US" altLang="ko-KR" sz="1600" dirty="0">
                <a:solidFill>
                  <a:sysClr val="windowText" lastClr="000000"/>
                </a:solidFill>
                <a:latin typeface="Times New Roman" panose="02020603050405020304" pitchFamily="18" charset="0"/>
                <a:cs typeface="Times New Roman" panose="02020603050405020304" pitchFamily="18" charset="0"/>
              </a:rPr>
              <a:t>/</a:t>
            </a:r>
            <a:r>
              <a:rPr lang="en-US" altLang="ko-KR" sz="1600" dirty="0" err="1">
                <a:solidFill>
                  <a:sysClr val="windowText" lastClr="000000"/>
                </a:solidFill>
                <a:latin typeface="Times New Roman" panose="02020603050405020304" pitchFamily="18" charset="0"/>
                <a:cs typeface="Times New Roman" panose="02020603050405020304" pitchFamily="18" charset="0"/>
              </a:rPr>
              <a:t>hòm</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thư</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bộ</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phận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vi-VN" altLang="ko-KR" sz="1600" dirty="0">
                <a:solidFill>
                  <a:sysClr val="windowText" lastClr="000000"/>
                </a:solidFill>
                <a:latin typeface="Times New Roman" panose="02020603050405020304" pitchFamily="18" charset="0"/>
                <a:cs typeface="Times New Roman" panose="02020603050405020304" pitchFamily="18" charset="0"/>
              </a:rPr>
              <a:t>:</a:t>
            </a:r>
            <a:r>
              <a:rPr lang="en-US" altLang="ko-KR" sz="1600" dirty="0">
                <a:solidFill>
                  <a:sysClr val="windowText" lastClr="000000"/>
                </a:solidFill>
                <a:latin typeface="Times New Roman" panose="02020603050405020304" pitchFamily="18" charset="0"/>
                <a:cs typeface="Times New Roman" panose="02020603050405020304" pitchFamily="18" charset="0"/>
              </a:rPr>
              <a:t>bao </a:t>
            </a:r>
            <a:r>
              <a:rPr lang="en-US" altLang="ko-KR" sz="1600" dirty="0" err="1">
                <a:solidFill>
                  <a:sysClr val="windowText" lastClr="000000"/>
                </a:solidFill>
                <a:latin typeface="Times New Roman" panose="02020603050405020304" pitchFamily="18" charset="0"/>
                <a:cs typeface="Times New Roman" panose="02020603050405020304" pitchFamily="18" charset="0"/>
              </a:rPr>
              <a:t>gồm</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các</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phê</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duyệt</a:t>
            </a:r>
            <a:r>
              <a:rPr lang="en-US" altLang="ko-KR" sz="1600" dirty="0">
                <a:solidFill>
                  <a:sysClr val="windowText" lastClr="000000"/>
                </a:solidFill>
                <a:latin typeface="Times New Roman" panose="02020603050405020304" pitchFamily="18" charset="0"/>
                <a:cs typeface="Times New Roman" panose="02020603050405020304" pitchFamily="18" charset="0"/>
              </a:rPr>
              <a:t> proposal </a:t>
            </a:r>
            <a:r>
              <a:rPr lang="vi-VN" altLang="ko-KR" sz="1600" dirty="0">
                <a:solidFill>
                  <a:sysClr val="windowText" lastClr="000000"/>
                </a:solidFill>
                <a:latin typeface="Times New Roman" panose="02020603050405020304" pitchFamily="18" charset="0"/>
                <a:cs typeface="Times New Roman" panose="02020603050405020304" pitchFamily="18" charset="0"/>
              </a:rPr>
              <a:t>liên quan đến người dùng/ bộ phận người dùng</a:t>
            </a:r>
            <a:endParaRPr lang="vi-VN" sz="1600" dirty="0">
              <a:solidFill>
                <a:sysClr val="windowText" lastClr="0000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F8F3B30-B38A-F8EC-174E-99EB78287438}"/>
              </a:ext>
            </a:extLst>
          </p:cNvPr>
          <p:cNvSpPr txBox="1"/>
          <p:nvPr/>
        </p:nvSpPr>
        <p:spPr>
          <a:xfrm>
            <a:off x="3809999" y="2881171"/>
            <a:ext cx="7829549" cy="861774"/>
          </a:xfrm>
          <a:prstGeom prst="rect">
            <a:avLst/>
          </a:prstGeom>
          <a:noFill/>
        </p:spPr>
        <p:txBody>
          <a:bodyPr wrap="square" rtlCol="0">
            <a:spAutoFit/>
          </a:bodyPr>
          <a:lstStyle/>
          <a:p>
            <a:pPr marL="285750" indent="-285750">
              <a:buFont typeface="Wingdings" panose="05000000000000000000" pitchFamily="2" charset="2"/>
              <a:buChar char="§"/>
            </a:pPr>
            <a:r>
              <a:rPr lang="en-US" altLang="ko-KR" sz="1600" dirty="0" err="1">
                <a:solidFill>
                  <a:sysClr val="windowText" lastClr="000000"/>
                </a:solidFill>
                <a:latin typeface="Times New Roman" panose="02020603050405020304" pitchFamily="18" charset="0"/>
                <a:cs typeface="Times New Roman" panose="02020603050405020304" pitchFamily="18" charset="0"/>
              </a:rPr>
              <a:t>Hòm</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thư</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công</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việc</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phụ</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vi-VN" altLang="ko-KR" sz="1600" dirty="0">
                <a:solidFill>
                  <a:sysClr val="windowText" lastClr="000000"/>
                </a:solidFill>
                <a:latin typeface="Times New Roman" panose="02020603050405020304" pitchFamily="18" charset="0"/>
                <a:cs typeface="Times New Roman" panose="02020603050405020304" pitchFamily="18" charset="0"/>
              </a:rPr>
              <a:t>trách:</a:t>
            </a:r>
            <a:r>
              <a:rPr lang="en-US" altLang="ko-KR" sz="1600" dirty="0">
                <a:solidFill>
                  <a:sysClr val="windowText" lastClr="000000"/>
                </a:solidFill>
                <a:latin typeface="Times New Roman" panose="02020603050405020304" pitchFamily="18" charset="0"/>
                <a:cs typeface="Times New Roman" panose="02020603050405020304" pitchFamily="18" charset="0"/>
              </a:rPr>
              <a:t> bao </a:t>
            </a:r>
            <a:r>
              <a:rPr lang="en-US" altLang="ko-KR" sz="1600" dirty="0" err="1">
                <a:solidFill>
                  <a:sysClr val="windowText" lastClr="000000"/>
                </a:solidFill>
                <a:latin typeface="Times New Roman" panose="02020603050405020304" pitchFamily="18" charset="0"/>
                <a:cs typeface="Times New Roman" panose="02020603050405020304" pitchFamily="18" charset="0"/>
              </a:rPr>
              <a:t>gồm</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các</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phê</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duyệt</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của</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bộ</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phận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phụ</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trách</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tiếp</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nhận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xử</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vi-VN" altLang="ko-KR" sz="1600" dirty="0">
                <a:solidFill>
                  <a:sysClr val="windowText" lastClr="000000"/>
                </a:solidFill>
                <a:latin typeface="Times New Roman" panose="02020603050405020304" pitchFamily="18" charset="0"/>
                <a:cs typeface="Times New Roman" panose="02020603050405020304" pitchFamily="18" charset="0"/>
              </a:rPr>
              <a:t>lý; được </a:t>
            </a:r>
            <a:r>
              <a:rPr lang="en-US" altLang="ko-KR" sz="1600" dirty="0" err="1">
                <a:solidFill>
                  <a:sysClr val="windowText" lastClr="000000"/>
                </a:solidFill>
                <a:latin typeface="Times New Roman" panose="02020603050405020304" pitchFamily="18" charset="0"/>
                <a:cs typeface="Times New Roman" panose="02020603050405020304" pitchFamily="18" charset="0"/>
              </a:rPr>
              <a:t>phân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loại</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chưa</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hoàn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vi-VN" altLang="ko-KR" sz="1600" dirty="0">
                <a:solidFill>
                  <a:sysClr val="windowText" lastClr="000000"/>
                </a:solidFill>
                <a:latin typeface="Times New Roman" panose="02020603050405020304" pitchFamily="18" charset="0"/>
                <a:cs typeface="Times New Roman" panose="02020603050405020304" pitchFamily="18" charset="0"/>
              </a:rPr>
              <a:t>thành/</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đang</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tiến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vi-VN" altLang="ko-KR" sz="1600" dirty="0">
                <a:solidFill>
                  <a:sysClr val="windowText" lastClr="000000"/>
                </a:solidFill>
                <a:latin typeface="Times New Roman" panose="02020603050405020304" pitchFamily="18" charset="0"/>
                <a:cs typeface="Times New Roman" panose="02020603050405020304" pitchFamily="18" charset="0"/>
              </a:rPr>
              <a:t>hành/ </a:t>
            </a:r>
            <a:r>
              <a:rPr lang="en-US" altLang="ko-KR" sz="1600" dirty="0" err="1">
                <a:solidFill>
                  <a:sysClr val="windowText" lastClr="000000"/>
                </a:solidFill>
                <a:latin typeface="Times New Roman" panose="02020603050405020304" pitchFamily="18" charset="0"/>
                <a:cs typeface="Times New Roman" panose="02020603050405020304" pitchFamily="18" charset="0"/>
              </a:rPr>
              <a:t>đã</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hoàn</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vi-VN" altLang="ko-KR" sz="1600" dirty="0">
                <a:solidFill>
                  <a:sysClr val="windowText" lastClr="000000"/>
                </a:solidFill>
                <a:latin typeface="Times New Roman" panose="02020603050405020304" pitchFamily="18" charset="0"/>
                <a:cs typeface="Times New Roman" panose="02020603050405020304" pitchFamily="18" charset="0"/>
              </a:rPr>
              <a:t>thành/ t</a:t>
            </a:r>
            <a:r>
              <a:rPr lang="en-US" altLang="ko-KR" sz="1600" dirty="0" err="1">
                <a:solidFill>
                  <a:sysClr val="windowText" lastClr="000000"/>
                </a:solidFill>
                <a:latin typeface="Times New Roman" panose="02020603050405020304" pitchFamily="18" charset="0"/>
                <a:cs typeface="Times New Roman" panose="02020603050405020304" pitchFamily="18" charset="0"/>
              </a:rPr>
              <a:t>rả</a:t>
            </a:r>
            <a:r>
              <a:rPr lang="en-US" altLang="ko-KR" sz="1600" dirty="0">
                <a:solidFill>
                  <a:sysClr val="windowText" lastClr="000000"/>
                </a:solidFill>
                <a:latin typeface="Times New Roman" panose="02020603050405020304" pitchFamily="18" charset="0"/>
                <a:cs typeface="Times New Roman" panose="02020603050405020304" pitchFamily="18" charset="0"/>
              </a:rPr>
              <a:t> </a:t>
            </a:r>
            <a:r>
              <a:rPr lang="en-US" altLang="ko-KR" sz="1600" dirty="0" err="1">
                <a:solidFill>
                  <a:sysClr val="windowText" lastClr="000000"/>
                </a:solidFill>
                <a:latin typeface="Times New Roman" panose="02020603050405020304" pitchFamily="18" charset="0"/>
                <a:cs typeface="Times New Roman" panose="02020603050405020304" pitchFamily="18" charset="0"/>
              </a:rPr>
              <a:t>lại</a:t>
            </a:r>
            <a:r>
              <a:rPr lang="en-US" altLang="ko-KR" sz="1600" dirty="0">
                <a:solidFill>
                  <a:sysClr val="windowText" lastClr="000000"/>
                </a:solidFill>
                <a:latin typeface="Times New Roman" panose="02020603050405020304" pitchFamily="18" charset="0"/>
                <a:cs typeface="Times New Roman" panose="02020603050405020304" pitchFamily="18" charset="0"/>
              </a:rPr>
              <a:t>.</a:t>
            </a:r>
          </a:p>
          <a:p>
            <a:endParaRPr lang="vi-VN" sz="1600" dirty="0">
              <a:solidFill>
                <a:sysClr val="windowText" lastClr="000000"/>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E028B3C9-CBD3-AABF-5830-42067FD564B4}"/>
              </a:ext>
            </a:extLst>
          </p:cNvPr>
          <p:cNvPicPr>
            <a:picLocks noChangeAspect="1"/>
          </p:cNvPicPr>
          <p:nvPr/>
        </p:nvPicPr>
        <p:blipFill>
          <a:blip r:embed="rId3"/>
          <a:stretch>
            <a:fillRect/>
          </a:stretch>
        </p:blipFill>
        <p:spPr>
          <a:xfrm>
            <a:off x="1106428" y="4027315"/>
            <a:ext cx="10635230" cy="1819758"/>
          </a:xfrm>
          <a:prstGeom prst="rect">
            <a:avLst/>
          </a:prstGeom>
        </p:spPr>
      </p:pic>
      <p:sp>
        <p:nvSpPr>
          <p:cNvPr id="12" name="Slide Number Placeholder 11">
            <a:extLst>
              <a:ext uri="{FF2B5EF4-FFF2-40B4-BE49-F238E27FC236}">
                <a16:creationId xmlns:a16="http://schemas.microsoft.com/office/drawing/2014/main" id="{63138C48-37D6-EAE0-3844-A08CBAC829B2}"/>
              </a:ext>
            </a:extLst>
          </p:cNvPr>
          <p:cNvSpPr>
            <a:spLocks noGrp="1"/>
          </p:cNvSpPr>
          <p:nvPr>
            <p:ph type="sldNum" sz="quarter" idx="12"/>
          </p:nvPr>
        </p:nvSpPr>
        <p:spPr/>
        <p:txBody>
          <a:bodyPr/>
          <a:lstStyle/>
          <a:p>
            <a:fld id="{A826A215-A5F0-48E6-BDB0-DB2528564D1C}" type="slidenum">
              <a:rPr lang="en-US" smtClean="0"/>
              <a:t>31</a:t>
            </a:fld>
            <a:endParaRPr lang="en-US"/>
          </a:p>
        </p:txBody>
      </p:sp>
    </p:spTree>
    <p:extLst>
      <p:ext uri="{BB962C8B-B14F-4D97-AF65-F5344CB8AC3E}">
        <p14:creationId xmlns:p14="http://schemas.microsoft.com/office/powerpoint/2010/main" val="3464713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 calcmode="lin" valueType="num">
                                      <p:cBhvr additive="base">
                                        <p:cTn id="1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2176D29-7FB6-4482-D0E8-2E7E3B9BF5DC}"/>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562F7677-B07C-EE15-D571-50DA37DF39CC}"/>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sp>
        <p:nvSpPr>
          <p:cNvPr id="2" name="Content Placeholder 2">
            <a:extLst>
              <a:ext uri="{FF2B5EF4-FFF2-40B4-BE49-F238E27FC236}">
                <a16:creationId xmlns:a16="http://schemas.microsoft.com/office/drawing/2014/main" id="{F2B2B9F7-10A0-74F3-2C2A-B52313399848}"/>
              </a:ext>
            </a:extLst>
          </p:cNvPr>
          <p:cNvSpPr>
            <a:spLocks noGrp="1"/>
          </p:cNvSpPr>
          <p:nvPr>
            <p:ph idx="1"/>
          </p:nvPr>
        </p:nvSpPr>
        <p:spPr>
          <a:xfrm>
            <a:off x="838200" y="1147883"/>
            <a:ext cx="5419725" cy="369333"/>
          </a:xfrm>
        </p:spPr>
        <p:txBody>
          <a:bodyPr>
            <a:normAutofit fontScale="92500" lnSpcReduction="10000"/>
          </a:bodyPr>
          <a:lstStyle/>
          <a:p>
            <a:r>
              <a:rPr lang="vi-VN" sz="2400" b="1" dirty="0"/>
              <a:t>Phê duyệt điện tử</a:t>
            </a:r>
            <a:endParaRPr lang="en-US" sz="2400" b="1" dirty="0"/>
          </a:p>
        </p:txBody>
      </p:sp>
      <p:pic>
        <p:nvPicPr>
          <p:cNvPr id="3" name="Picture 2">
            <a:extLst>
              <a:ext uri="{FF2B5EF4-FFF2-40B4-BE49-F238E27FC236}">
                <a16:creationId xmlns:a16="http://schemas.microsoft.com/office/drawing/2014/main" id="{76BFAD8F-66D0-C632-1266-5D491A714F7D}"/>
              </a:ext>
            </a:extLst>
          </p:cNvPr>
          <p:cNvPicPr>
            <a:picLocks noChangeAspect="1"/>
          </p:cNvPicPr>
          <p:nvPr/>
        </p:nvPicPr>
        <p:blipFill>
          <a:blip r:embed="rId2"/>
          <a:stretch>
            <a:fillRect/>
          </a:stretch>
        </p:blipFill>
        <p:spPr>
          <a:xfrm>
            <a:off x="3768889" y="1507710"/>
            <a:ext cx="7718259" cy="4703314"/>
          </a:xfrm>
          <a:prstGeom prst="rect">
            <a:avLst/>
          </a:prstGeom>
        </p:spPr>
      </p:pic>
      <p:sp>
        <p:nvSpPr>
          <p:cNvPr id="6" name="TextBox 5">
            <a:extLst>
              <a:ext uri="{FF2B5EF4-FFF2-40B4-BE49-F238E27FC236}">
                <a16:creationId xmlns:a16="http://schemas.microsoft.com/office/drawing/2014/main" id="{7BA07CEA-BADD-630D-1607-A22B94486E79}"/>
              </a:ext>
            </a:extLst>
          </p:cNvPr>
          <p:cNvSpPr txBox="1"/>
          <p:nvPr/>
        </p:nvSpPr>
        <p:spPr>
          <a:xfrm>
            <a:off x="4620770" y="1169156"/>
            <a:ext cx="5810250" cy="338554"/>
          </a:xfrm>
          <a:prstGeom prst="rect">
            <a:avLst/>
          </a:prstGeom>
          <a:noFill/>
        </p:spPr>
        <p:txBody>
          <a:bodyPr wrap="square" rtlCol="0">
            <a:spAutoFit/>
          </a:bodyPr>
          <a:lstStyle/>
          <a:p>
            <a:r>
              <a:rPr lang="vi-VN" sz="1600" dirty="0">
                <a:latin typeface="+mj-lt"/>
              </a:rPr>
              <a:t>Tìm kiếm các phê duyệt đã hoàn thành trong hòm thư </a:t>
            </a:r>
            <a:endParaRPr lang="en-US" sz="1600" dirty="0">
              <a:latin typeface="+mj-lt"/>
            </a:endParaRPr>
          </a:p>
        </p:txBody>
      </p:sp>
      <p:sp>
        <p:nvSpPr>
          <p:cNvPr id="10" name="Slide Number Placeholder 9">
            <a:extLst>
              <a:ext uri="{FF2B5EF4-FFF2-40B4-BE49-F238E27FC236}">
                <a16:creationId xmlns:a16="http://schemas.microsoft.com/office/drawing/2014/main" id="{E403CFDA-7EB5-071C-F8A7-23269E1A35A5}"/>
              </a:ext>
            </a:extLst>
          </p:cNvPr>
          <p:cNvSpPr>
            <a:spLocks noGrp="1"/>
          </p:cNvSpPr>
          <p:nvPr>
            <p:ph type="sldNum" sz="quarter" idx="12"/>
          </p:nvPr>
        </p:nvSpPr>
        <p:spPr/>
        <p:txBody>
          <a:bodyPr/>
          <a:lstStyle/>
          <a:p>
            <a:fld id="{A826A215-A5F0-48E6-BDB0-DB2528564D1C}" type="slidenum">
              <a:rPr lang="en-US" smtClean="0"/>
              <a:t>32</a:t>
            </a:fld>
            <a:endParaRPr lang="en-US"/>
          </a:p>
        </p:txBody>
      </p:sp>
    </p:spTree>
    <p:extLst>
      <p:ext uri="{BB962C8B-B14F-4D97-AF65-F5344CB8AC3E}">
        <p14:creationId xmlns:p14="http://schemas.microsoft.com/office/powerpoint/2010/main" val="2602345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
                                            <p:txEl>
                                              <p:pRg st="0" end="0"/>
                                            </p:txEl>
                                          </p:spTgt>
                                        </p:tgtEl>
                                        <p:attrNameLst>
                                          <p:attrName>style.visibility</p:attrName>
                                        </p:attrNameLst>
                                      </p:cBhvr>
                                      <p:to>
                                        <p:strVal val="visible"/>
                                      </p:to>
                                    </p:set>
                                    <p:anim calcmode="lin" valueType="num">
                                      <p:cBhvr additive="base">
                                        <p:cTn id="18"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2176D29-7FB6-4482-D0E8-2E7E3B9BF5DC}"/>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562F7677-B07C-EE15-D571-50DA37DF39CC}"/>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sp>
        <p:nvSpPr>
          <p:cNvPr id="7" name="Content Placeholder 2">
            <a:extLst>
              <a:ext uri="{FF2B5EF4-FFF2-40B4-BE49-F238E27FC236}">
                <a16:creationId xmlns:a16="http://schemas.microsoft.com/office/drawing/2014/main" id="{8F23095B-F25E-53C2-7B01-64A385F1E661}"/>
              </a:ext>
            </a:extLst>
          </p:cNvPr>
          <p:cNvSpPr txBox="1">
            <a:spLocks/>
          </p:cNvSpPr>
          <p:nvPr/>
        </p:nvSpPr>
        <p:spPr>
          <a:xfrm>
            <a:off x="1210075" y="1203166"/>
            <a:ext cx="5047850" cy="581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sz="2400" b="1" dirty="0"/>
              <a:t>Đặt phòng họp/Laptop</a:t>
            </a:r>
            <a:endParaRPr lang="en-US" sz="2400" b="1" dirty="0"/>
          </a:p>
        </p:txBody>
      </p:sp>
      <p:sp>
        <p:nvSpPr>
          <p:cNvPr id="8" name="TextBox 7">
            <a:extLst>
              <a:ext uri="{FF2B5EF4-FFF2-40B4-BE49-F238E27FC236}">
                <a16:creationId xmlns:a16="http://schemas.microsoft.com/office/drawing/2014/main" id="{DEECB9C2-9461-9136-A5C6-06658BAB17AA}"/>
              </a:ext>
            </a:extLst>
          </p:cNvPr>
          <p:cNvSpPr txBox="1"/>
          <p:nvPr/>
        </p:nvSpPr>
        <p:spPr>
          <a:xfrm>
            <a:off x="1210075" y="1613863"/>
            <a:ext cx="10196794" cy="646331"/>
          </a:xfrm>
          <a:prstGeom prst="rect">
            <a:avLst/>
          </a:prstGeom>
          <a:noFill/>
        </p:spPr>
        <p:txBody>
          <a:bodyPr wrap="square" rtlCol="0">
            <a:spAutoFit/>
          </a:bodyPr>
          <a:lstStyle/>
          <a:p>
            <a:r>
              <a:rPr lang="vi-VN" sz="1800" kern="100" dirty="0">
                <a:effectLst/>
                <a:latin typeface="+mj-lt"/>
                <a:ea typeface="Malgun Gothic" panose="020B0503020000020004" pitchFamily="34" charset="-127"/>
                <a:cs typeface="Times New Roman" panose="02020603050405020304" pitchFamily="18" charset="0"/>
              </a:rPr>
              <a:t>Các bộ phận tiến hành đăng kí phòng họp/ Laptop khi có nhu cầu sử dụng, tránh việc sử dụng nguồn tài nguyên không hợp lí, gây ảnh hưởng tới tiến độ, hiệu quả làm việc của các bộ phận</a:t>
            </a:r>
            <a:endParaRPr lang="en-US" dirty="0">
              <a:latin typeface="+mj-lt"/>
            </a:endParaRPr>
          </a:p>
        </p:txBody>
      </p:sp>
      <p:pic>
        <p:nvPicPr>
          <p:cNvPr id="11" name="Picture 10">
            <a:extLst>
              <a:ext uri="{FF2B5EF4-FFF2-40B4-BE49-F238E27FC236}">
                <a16:creationId xmlns:a16="http://schemas.microsoft.com/office/drawing/2014/main" id="{88FDDF6C-0C91-8673-41E1-AE3BE659C780}"/>
              </a:ext>
            </a:extLst>
          </p:cNvPr>
          <p:cNvPicPr>
            <a:picLocks noChangeAspect="1"/>
          </p:cNvPicPr>
          <p:nvPr/>
        </p:nvPicPr>
        <p:blipFill>
          <a:blip r:embed="rId2"/>
          <a:stretch>
            <a:fillRect/>
          </a:stretch>
        </p:blipFill>
        <p:spPr>
          <a:xfrm>
            <a:off x="1290353" y="2465295"/>
            <a:ext cx="9996211" cy="3472368"/>
          </a:xfrm>
          <a:prstGeom prst="rect">
            <a:avLst/>
          </a:prstGeom>
        </p:spPr>
      </p:pic>
      <p:sp>
        <p:nvSpPr>
          <p:cNvPr id="2" name="Slide Number Placeholder 1">
            <a:extLst>
              <a:ext uri="{FF2B5EF4-FFF2-40B4-BE49-F238E27FC236}">
                <a16:creationId xmlns:a16="http://schemas.microsoft.com/office/drawing/2014/main" id="{8729E440-B82F-FEEC-4486-2BCB8CDE1666}"/>
              </a:ext>
            </a:extLst>
          </p:cNvPr>
          <p:cNvSpPr>
            <a:spLocks noGrp="1"/>
          </p:cNvSpPr>
          <p:nvPr>
            <p:ph type="sldNum" sz="quarter" idx="12"/>
          </p:nvPr>
        </p:nvSpPr>
        <p:spPr/>
        <p:txBody>
          <a:bodyPr/>
          <a:lstStyle/>
          <a:p>
            <a:fld id="{A826A215-A5F0-48E6-BDB0-DB2528564D1C}" type="slidenum">
              <a:rPr lang="en-US" smtClean="0"/>
              <a:t>33</a:t>
            </a:fld>
            <a:endParaRPr lang="en-US"/>
          </a:p>
        </p:txBody>
      </p:sp>
    </p:spTree>
    <p:extLst>
      <p:ext uri="{BB962C8B-B14F-4D97-AF65-F5344CB8AC3E}">
        <p14:creationId xmlns:p14="http://schemas.microsoft.com/office/powerpoint/2010/main" val="2877497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1+#ppt_w/2"/>
                                          </p:val>
                                        </p:tav>
                                        <p:tav tm="100000">
                                          <p:val>
                                            <p:strVal val="#ppt_x"/>
                                          </p:val>
                                        </p:tav>
                                      </p:tavLst>
                                    </p:anim>
                                    <p:anim calcmode="lin" valueType="num">
                                      <p:cBhvr additive="base">
                                        <p:cTn id="25"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down)">
                                      <p:cBhvr>
                                        <p:cTn id="30" dur="580">
                                          <p:stCondLst>
                                            <p:cond delay="0"/>
                                          </p:stCondLst>
                                        </p:cTn>
                                        <p:tgtEl>
                                          <p:spTgt spid="11"/>
                                        </p:tgtEl>
                                      </p:cBhvr>
                                    </p:animEffect>
                                    <p:anim calcmode="lin" valueType="num">
                                      <p:cBhvr>
                                        <p:cTn id="31"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36" dur="26">
                                          <p:stCondLst>
                                            <p:cond delay="650"/>
                                          </p:stCondLst>
                                        </p:cTn>
                                        <p:tgtEl>
                                          <p:spTgt spid="11"/>
                                        </p:tgtEl>
                                      </p:cBhvr>
                                      <p:to x="100000" y="60000"/>
                                    </p:animScale>
                                    <p:animScale>
                                      <p:cBhvr>
                                        <p:cTn id="37" dur="166" decel="50000">
                                          <p:stCondLst>
                                            <p:cond delay="676"/>
                                          </p:stCondLst>
                                        </p:cTn>
                                        <p:tgtEl>
                                          <p:spTgt spid="11"/>
                                        </p:tgtEl>
                                      </p:cBhvr>
                                      <p:to x="100000" y="100000"/>
                                    </p:animScale>
                                    <p:animScale>
                                      <p:cBhvr>
                                        <p:cTn id="38" dur="26">
                                          <p:stCondLst>
                                            <p:cond delay="1312"/>
                                          </p:stCondLst>
                                        </p:cTn>
                                        <p:tgtEl>
                                          <p:spTgt spid="11"/>
                                        </p:tgtEl>
                                      </p:cBhvr>
                                      <p:to x="100000" y="80000"/>
                                    </p:animScale>
                                    <p:animScale>
                                      <p:cBhvr>
                                        <p:cTn id="39" dur="166" decel="50000">
                                          <p:stCondLst>
                                            <p:cond delay="1338"/>
                                          </p:stCondLst>
                                        </p:cTn>
                                        <p:tgtEl>
                                          <p:spTgt spid="11"/>
                                        </p:tgtEl>
                                      </p:cBhvr>
                                      <p:to x="100000" y="100000"/>
                                    </p:animScale>
                                    <p:animScale>
                                      <p:cBhvr>
                                        <p:cTn id="40" dur="26">
                                          <p:stCondLst>
                                            <p:cond delay="1642"/>
                                          </p:stCondLst>
                                        </p:cTn>
                                        <p:tgtEl>
                                          <p:spTgt spid="11"/>
                                        </p:tgtEl>
                                      </p:cBhvr>
                                      <p:to x="100000" y="90000"/>
                                    </p:animScale>
                                    <p:animScale>
                                      <p:cBhvr>
                                        <p:cTn id="41" dur="166" decel="50000">
                                          <p:stCondLst>
                                            <p:cond delay="1668"/>
                                          </p:stCondLst>
                                        </p:cTn>
                                        <p:tgtEl>
                                          <p:spTgt spid="11"/>
                                        </p:tgtEl>
                                      </p:cBhvr>
                                      <p:to x="100000" y="100000"/>
                                    </p:animScale>
                                    <p:animScale>
                                      <p:cBhvr>
                                        <p:cTn id="42" dur="26">
                                          <p:stCondLst>
                                            <p:cond delay="1808"/>
                                          </p:stCondLst>
                                        </p:cTn>
                                        <p:tgtEl>
                                          <p:spTgt spid="11"/>
                                        </p:tgtEl>
                                      </p:cBhvr>
                                      <p:to x="100000" y="95000"/>
                                    </p:animScale>
                                    <p:animScale>
                                      <p:cBhvr>
                                        <p:cTn id="43" dur="166" decel="50000">
                                          <p:stCondLst>
                                            <p:cond delay="1834"/>
                                          </p:stCondLst>
                                        </p:cTn>
                                        <p:tgtEl>
                                          <p:spTgt spid="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21B91-5F66-4F93-F3A2-3ACC4198A2B4}"/>
              </a:ext>
            </a:extLst>
          </p:cNvPr>
          <p:cNvSpPr>
            <a:spLocks noGrp="1"/>
          </p:cNvSpPr>
          <p:nvPr>
            <p:ph idx="1"/>
          </p:nvPr>
        </p:nvSpPr>
        <p:spPr>
          <a:xfrm>
            <a:off x="957019" y="1239611"/>
            <a:ext cx="6254323" cy="510846"/>
          </a:xfrm>
        </p:spPr>
        <p:txBody>
          <a:bodyPr>
            <a:normAutofit/>
          </a:bodyPr>
          <a:lstStyle/>
          <a:p>
            <a:pPr lvl="0"/>
            <a:r>
              <a:rPr lang="vi-VN" sz="2400" b="1" dirty="0">
                <a:latin typeface="+mj-lt"/>
              </a:rPr>
              <a:t>Khảo sát điện tử</a:t>
            </a:r>
            <a:endParaRPr lang="en-US" sz="2400" b="1" dirty="0">
              <a:latin typeface="+mj-lt"/>
            </a:endParaRPr>
          </a:p>
        </p:txBody>
      </p:sp>
      <p:sp>
        <p:nvSpPr>
          <p:cNvPr id="4" name="Title 1">
            <a:extLst>
              <a:ext uri="{FF2B5EF4-FFF2-40B4-BE49-F238E27FC236}">
                <a16:creationId xmlns:a16="http://schemas.microsoft.com/office/drawing/2014/main" id="{92176D29-7FB6-4482-D0E8-2E7E3B9BF5DC}"/>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562F7677-B07C-EE15-D571-50DA37DF39CC}"/>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sp>
        <p:nvSpPr>
          <p:cNvPr id="6" name="TextBox 5">
            <a:extLst>
              <a:ext uri="{FF2B5EF4-FFF2-40B4-BE49-F238E27FC236}">
                <a16:creationId xmlns:a16="http://schemas.microsoft.com/office/drawing/2014/main" id="{13C4CA04-0414-4120-B287-E3C3EDF181F1}"/>
              </a:ext>
            </a:extLst>
          </p:cNvPr>
          <p:cNvSpPr txBox="1"/>
          <p:nvPr/>
        </p:nvSpPr>
        <p:spPr>
          <a:xfrm>
            <a:off x="1132552" y="1693854"/>
            <a:ext cx="10354596" cy="369332"/>
          </a:xfrm>
          <a:prstGeom prst="rect">
            <a:avLst/>
          </a:prstGeom>
          <a:noFill/>
        </p:spPr>
        <p:txBody>
          <a:bodyPr wrap="square" rtlCol="0">
            <a:spAutoFit/>
          </a:bodyPr>
          <a:lstStyle/>
          <a:p>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Trưng</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cầu</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ý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kiến</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biểu</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quyết</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đồng</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thuận</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của</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các</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thành</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viên</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đối</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với</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một</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vấn</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đề</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trong</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a:t>
            </a:r>
            <a:r>
              <a:rPr lang="en-US" kern="100" dirty="0" err="1">
                <a:latin typeface="Times New Roman" panose="02020603050405020304" pitchFamily="18" charset="0"/>
                <a:ea typeface="Malgun Gothic" panose="020B0503020000020004" pitchFamily="34" charset="-127"/>
                <a:cs typeface="Times New Roman" panose="02020603050405020304" pitchFamily="18" charset="0"/>
              </a:rPr>
              <a:t>công</a:t>
            </a:r>
            <a:r>
              <a:rPr lang="en-US" kern="100" dirty="0">
                <a:latin typeface="Times New Roman" panose="02020603050405020304" pitchFamily="18" charset="0"/>
                <a:ea typeface="Malgun Gothic" panose="020B0503020000020004" pitchFamily="34" charset="-127"/>
                <a:cs typeface="Times New Roman" panose="02020603050405020304" pitchFamily="18" charset="0"/>
              </a:rPr>
              <a:t> ty</a:t>
            </a:r>
          </a:p>
        </p:txBody>
      </p:sp>
      <p:pic>
        <p:nvPicPr>
          <p:cNvPr id="11" name="Picture 10">
            <a:extLst>
              <a:ext uri="{FF2B5EF4-FFF2-40B4-BE49-F238E27FC236}">
                <a16:creationId xmlns:a16="http://schemas.microsoft.com/office/drawing/2014/main" id="{A430E5A1-34F5-C464-ED71-E2DAFC9614B8}"/>
              </a:ext>
            </a:extLst>
          </p:cNvPr>
          <p:cNvPicPr>
            <a:picLocks noChangeAspect="1"/>
          </p:cNvPicPr>
          <p:nvPr/>
        </p:nvPicPr>
        <p:blipFill>
          <a:blip r:embed="rId2"/>
          <a:stretch>
            <a:fillRect/>
          </a:stretch>
        </p:blipFill>
        <p:spPr>
          <a:xfrm>
            <a:off x="1132552" y="2340135"/>
            <a:ext cx="10477380" cy="2862006"/>
          </a:xfrm>
          <a:prstGeom prst="rect">
            <a:avLst/>
          </a:prstGeom>
        </p:spPr>
      </p:pic>
      <p:sp>
        <p:nvSpPr>
          <p:cNvPr id="2" name="Slide Number Placeholder 1">
            <a:extLst>
              <a:ext uri="{FF2B5EF4-FFF2-40B4-BE49-F238E27FC236}">
                <a16:creationId xmlns:a16="http://schemas.microsoft.com/office/drawing/2014/main" id="{5E4D7460-25B5-7C93-2E17-489566C7C9E7}"/>
              </a:ext>
            </a:extLst>
          </p:cNvPr>
          <p:cNvSpPr>
            <a:spLocks noGrp="1"/>
          </p:cNvSpPr>
          <p:nvPr>
            <p:ph type="sldNum" sz="quarter" idx="12"/>
          </p:nvPr>
        </p:nvSpPr>
        <p:spPr/>
        <p:txBody>
          <a:bodyPr/>
          <a:lstStyle/>
          <a:p>
            <a:fld id="{A826A215-A5F0-48E6-BDB0-DB2528564D1C}" type="slidenum">
              <a:rPr lang="en-US" smtClean="0"/>
              <a:t>34</a:t>
            </a:fld>
            <a:endParaRPr lang="en-US"/>
          </a:p>
        </p:txBody>
      </p:sp>
    </p:spTree>
    <p:extLst>
      <p:ext uri="{BB962C8B-B14F-4D97-AF65-F5344CB8AC3E}">
        <p14:creationId xmlns:p14="http://schemas.microsoft.com/office/powerpoint/2010/main" val="1637060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 calcmode="lin" valueType="num">
                                      <p:cBhvr additive="base">
                                        <p:cTn id="1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1+#ppt_w/2"/>
                                          </p:val>
                                        </p:tav>
                                        <p:tav tm="100000">
                                          <p:val>
                                            <p:strVal val="#ppt_x"/>
                                          </p:val>
                                        </p:tav>
                                      </p:tavLst>
                                    </p:anim>
                                    <p:anim calcmode="lin" valueType="num">
                                      <p:cBhvr additive="base">
                                        <p:cTn id="25"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down)">
                                      <p:cBhvr>
                                        <p:cTn id="30" dur="580">
                                          <p:stCondLst>
                                            <p:cond delay="0"/>
                                          </p:stCondLst>
                                        </p:cTn>
                                        <p:tgtEl>
                                          <p:spTgt spid="11"/>
                                        </p:tgtEl>
                                      </p:cBhvr>
                                    </p:animEffect>
                                    <p:anim calcmode="lin" valueType="num">
                                      <p:cBhvr>
                                        <p:cTn id="31"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36" dur="26">
                                          <p:stCondLst>
                                            <p:cond delay="650"/>
                                          </p:stCondLst>
                                        </p:cTn>
                                        <p:tgtEl>
                                          <p:spTgt spid="11"/>
                                        </p:tgtEl>
                                      </p:cBhvr>
                                      <p:to x="100000" y="60000"/>
                                    </p:animScale>
                                    <p:animScale>
                                      <p:cBhvr>
                                        <p:cTn id="37" dur="166" decel="50000">
                                          <p:stCondLst>
                                            <p:cond delay="676"/>
                                          </p:stCondLst>
                                        </p:cTn>
                                        <p:tgtEl>
                                          <p:spTgt spid="11"/>
                                        </p:tgtEl>
                                      </p:cBhvr>
                                      <p:to x="100000" y="100000"/>
                                    </p:animScale>
                                    <p:animScale>
                                      <p:cBhvr>
                                        <p:cTn id="38" dur="26">
                                          <p:stCondLst>
                                            <p:cond delay="1312"/>
                                          </p:stCondLst>
                                        </p:cTn>
                                        <p:tgtEl>
                                          <p:spTgt spid="11"/>
                                        </p:tgtEl>
                                      </p:cBhvr>
                                      <p:to x="100000" y="80000"/>
                                    </p:animScale>
                                    <p:animScale>
                                      <p:cBhvr>
                                        <p:cTn id="39" dur="166" decel="50000">
                                          <p:stCondLst>
                                            <p:cond delay="1338"/>
                                          </p:stCondLst>
                                        </p:cTn>
                                        <p:tgtEl>
                                          <p:spTgt spid="11"/>
                                        </p:tgtEl>
                                      </p:cBhvr>
                                      <p:to x="100000" y="100000"/>
                                    </p:animScale>
                                    <p:animScale>
                                      <p:cBhvr>
                                        <p:cTn id="40" dur="26">
                                          <p:stCondLst>
                                            <p:cond delay="1642"/>
                                          </p:stCondLst>
                                        </p:cTn>
                                        <p:tgtEl>
                                          <p:spTgt spid="11"/>
                                        </p:tgtEl>
                                      </p:cBhvr>
                                      <p:to x="100000" y="90000"/>
                                    </p:animScale>
                                    <p:animScale>
                                      <p:cBhvr>
                                        <p:cTn id="41" dur="166" decel="50000">
                                          <p:stCondLst>
                                            <p:cond delay="1668"/>
                                          </p:stCondLst>
                                        </p:cTn>
                                        <p:tgtEl>
                                          <p:spTgt spid="11"/>
                                        </p:tgtEl>
                                      </p:cBhvr>
                                      <p:to x="100000" y="100000"/>
                                    </p:animScale>
                                    <p:animScale>
                                      <p:cBhvr>
                                        <p:cTn id="42" dur="26">
                                          <p:stCondLst>
                                            <p:cond delay="1808"/>
                                          </p:stCondLst>
                                        </p:cTn>
                                        <p:tgtEl>
                                          <p:spTgt spid="11"/>
                                        </p:tgtEl>
                                      </p:cBhvr>
                                      <p:to x="100000" y="95000"/>
                                    </p:animScale>
                                    <p:animScale>
                                      <p:cBhvr>
                                        <p:cTn id="43" dur="166" decel="50000">
                                          <p:stCondLst>
                                            <p:cond delay="1834"/>
                                          </p:stCondLst>
                                        </p:cTn>
                                        <p:tgtEl>
                                          <p:spTgt spid="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2176D29-7FB6-4482-D0E8-2E7E3B9BF5DC}"/>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562F7677-B07C-EE15-D571-50DA37DF39CC}"/>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sp>
        <p:nvSpPr>
          <p:cNvPr id="7" name="Content Placeholder 2">
            <a:extLst>
              <a:ext uri="{FF2B5EF4-FFF2-40B4-BE49-F238E27FC236}">
                <a16:creationId xmlns:a16="http://schemas.microsoft.com/office/drawing/2014/main" id="{8F23095B-F25E-53C2-7B01-64A385F1E661}"/>
              </a:ext>
            </a:extLst>
          </p:cNvPr>
          <p:cNvSpPr txBox="1">
            <a:spLocks/>
          </p:cNvSpPr>
          <p:nvPr/>
        </p:nvSpPr>
        <p:spPr>
          <a:xfrm>
            <a:off x="1084729" y="1203166"/>
            <a:ext cx="3194156" cy="5108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vi-VN" sz="2400" b="1" dirty="0">
                <a:latin typeface="+mj-lt"/>
              </a:rPr>
              <a:t>Bảng tin</a:t>
            </a:r>
            <a:endParaRPr lang="en-US" sz="2400" b="1" dirty="0">
              <a:latin typeface="+mj-lt"/>
            </a:endParaRPr>
          </a:p>
        </p:txBody>
      </p:sp>
      <p:sp>
        <p:nvSpPr>
          <p:cNvPr id="8" name="TextBox 7">
            <a:extLst>
              <a:ext uri="{FF2B5EF4-FFF2-40B4-BE49-F238E27FC236}">
                <a16:creationId xmlns:a16="http://schemas.microsoft.com/office/drawing/2014/main" id="{DEECB9C2-9461-9136-A5C6-06658BAB17AA}"/>
              </a:ext>
            </a:extLst>
          </p:cNvPr>
          <p:cNvSpPr txBox="1"/>
          <p:nvPr/>
        </p:nvSpPr>
        <p:spPr>
          <a:xfrm>
            <a:off x="1174376" y="1578469"/>
            <a:ext cx="10312772" cy="338554"/>
          </a:xfrm>
          <a:prstGeom prst="rect">
            <a:avLst/>
          </a:prstGeom>
          <a:noFill/>
        </p:spPr>
        <p:txBody>
          <a:bodyPr wrap="square" rtlCol="0">
            <a:spAutoFit/>
          </a:bodyPr>
          <a:lstStyle/>
          <a:p>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Thông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báo</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các</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sự</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kiện</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tin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tức</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mới</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của</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công</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ty,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phòng</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ban,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cá</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nhân</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hay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bản</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tin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được</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chia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sẻ</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từ</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thành</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viên</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600" dirty="0" err="1">
                <a:effectLst/>
                <a:latin typeface="Times New Roman" panose="02020603050405020304" pitchFamily="18" charset="0"/>
                <a:ea typeface="Malgun Gothic" panose="020B0503020000020004" pitchFamily="34" charset="-127"/>
                <a:cs typeface="Times New Roman" panose="02020603050405020304" pitchFamily="18" charset="0"/>
              </a:rPr>
              <a:t>khác</a:t>
            </a:r>
            <a:r>
              <a:rPr lang="en-US" sz="1600" dirty="0">
                <a:effectLst/>
                <a:latin typeface="Times New Roman" panose="02020603050405020304" pitchFamily="18" charset="0"/>
                <a:ea typeface="Malgun Gothic" panose="020B0503020000020004" pitchFamily="34" charset="-127"/>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00742934-211A-BC23-552D-663D2A18D255}"/>
              </a:ext>
            </a:extLst>
          </p:cNvPr>
          <p:cNvPicPr>
            <a:picLocks noChangeAspect="1"/>
          </p:cNvPicPr>
          <p:nvPr/>
        </p:nvPicPr>
        <p:blipFill>
          <a:blip r:embed="rId2"/>
          <a:stretch>
            <a:fillRect/>
          </a:stretch>
        </p:blipFill>
        <p:spPr>
          <a:xfrm>
            <a:off x="838198" y="2059015"/>
            <a:ext cx="7893430" cy="3909560"/>
          </a:xfrm>
          <a:prstGeom prst="rect">
            <a:avLst/>
          </a:prstGeom>
        </p:spPr>
      </p:pic>
      <p:sp>
        <p:nvSpPr>
          <p:cNvPr id="2" name="Slide Number Placeholder 1">
            <a:extLst>
              <a:ext uri="{FF2B5EF4-FFF2-40B4-BE49-F238E27FC236}">
                <a16:creationId xmlns:a16="http://schemas.microsoft.com/office/drawing/2014/main" id="{A9F10591-9A62-0528-0CCA-254E5B2FE03B}"/>
              </a:ext>
            </a:extLst>
          </p:cNvPr>
          <p:cNvSpPr>
            <a:spLocks noGrp="1"/>
          </p:cNvSpPr>
          <p:nvPr>
            <p:ph type="sldNum" sz="quarter" idx="12"/>
          </p:nvPr>
        </p:nvSpPr>
        <p:spPr/>
        <p:txBody>
          <a:bodyPr/>
          <a:lstStyle/>
          <a:p>
            <a:fld id="{A826A215-A5F0-48E6-BDB0-DB2528564D1C}" type="slidenum">
              <a:rPr lang="en-US" smtClean="0"/>
              <a:t>35</a:t>
            </a:fld>
            <a:endParaRPr lang="en-US"/>
          </a:p>
        </p:txBody>
      </p:sp>
    </p:spTree>
    <p:extLst>
      <p:ext uri="{BB962C8B-B14F-4D97-AF65-F5344CB8AC3E}">
        <p14:creationId xmlns:p14="http://schemas.microsoft.com/office/powerpoint/2010/main" val="21685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1+#ppt_w/2"/>
                                          </p:val>
                                        </p:tav>
                                        <p:tav tm="100000">
                                          <p:val>
                                            <p:strVal val="#ppt_x"/>
                                          </p:val>
                                        </p:tav>
                                      </p:tavLst>
                                    </p:anim>
                                    <p:anim calcmode="lin" valueType="num">
                                      <p:cBhvr additive="base">
                                        <p:cTn id="25"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down)">
                                      <p:cBhvr>
                                        <p:cTn id="30" dur="580">
                                          <p:stCondLst>
                                            <p:cond delay="0"/>
                                          </p:stCondLst>
                                        </p:cTn>
                                        <p:tgtEl>
                                          <p:spTgt spid="14"/>
                                        </p:tgtEl>
                                      </p:cBhvr>
                                    </p:animEffect>
                                    <p:anim calcmode="lin" valueType="num">
                                      <p:cBhvr>
                                        <p:cTn id="31"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36" dur="26">
                                          <p:stCondLst>
                                            <p:cond delay="650"/>
                                          </p:stCondLst>
                                        </p:cTn>
                                        <p:tgtEl>
                                          <p:spTgt spid="14"/>
                                        </p:tgtEl>
                                      </p:cBhvr>
                                      <p:to x="100000" y="60000"/>
                                    </p:animScale>
                                    <p:animScale>
                                      <p:cBhvr>
                                        <p:cTn id="37" dur="166" decel="50000">
                                          <p:stCondLst>
                                            <p:cond delay="676"/>
                                          </p:stCondLst>
                                        </p:cTn>
                                        <p:tgtEl>
                                          <p:spTgt spid="14"/>
                                        </p:tgtEl>
                                      </p:cBhvr>
                                      <p:to x="100000" y="100000"/>
                                    </p:animScale>
                                    <p:animScale>
                                      <p:cBhvr>
                                        <p:cTn id="38" dur="26">
                                          <p:stCondLst>
                                            <p:cond delay="1312"/>
                                          </p:stCondLst>
                                        </p:cTn>
                                        <p:tgtEl>
                                          <p:spTgt spid="14"/>
                                        </p:tgtEl>
                                      </p:cBhvr>
                                      <p:to x="100000" y="80000"/>
                                    </p:animScale>
                                    <p:animScale>
                                      <p:cBhvr>
                                        <p:cTn id="39" dur="166" decel="50000">
                                          <p:stCondLst>
                                            <p:cond delay="1338"/>
                                          </p:stCondLst>
                                        </p:cTn>
                                        <p:tgtEl>
                                          <p:spTgt spid="14"/>
                                        </p:tgtEl>
                                      </p:cBhvr>
                                      <p:to x="100000" y="100000"/>
                                    </p:animScale>
                                    <p:animScale>
                                      <p:cBhvr>
                                        <p:cTn id="40" dur="26">
                                          <p:stCondLst>
                                            <p:cond delay="1642"/>
                                          </p:stCondLst>
                                        </p:cTn>
                                        <p:tgtEl>
                                          <p:spTgt spid="14"/>
                                        </p:tgtEl>
                                      </p:cBhvr>
                                      <p:to x="100000" y="90000"/>
                                    </p:animScale>
                                    <p:animScale>
                                      <p:cBhvr>
                                        <p:cTn id="41" dur="166" decel="50000">
                                          <p:stCondLst>
                                            <p:cond delay="1668"/>
                                          </p:stCondLst>
                                        </p:cTn>
                                        <p:tgtEl>
                                          <p:spTgt spid="14"/>
                                        </p:tgtEl>
                                      </p:cBhvr>
                                      <p:to x="100000" y="100000"/>
                                    </p:animScale>
                                    <p:animScale>
                                      <p:cBhvr>
                                        <p:cTn id="42" dur="26">
                                          <p:stCondLst>
                                            <p:cond delay="1808"/>
                                          </p:stCondLst>
                                        </p:cTn>
                                        <p:tgtEl>
                                          <p:spTgt spid="14"/>
                                        </p:tgtEl>
                                      </p:cBhvr>
                                      <p:to x="100000" y="95000"/>
                                    </p:animScale>
                                    <p:animScale>
                                      <p:cBhvr>
                                        <p:cTn id="43" dur="166" decel="50000">
                                          <p:stCondLst>
                                            <p:cond delay="1834"/>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2176D29-7FB6-4482-D0E8-2E7E3B9BF5DC}"/>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562F7677-B07C-EE15-D571-50DA37DF39CC}"/>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3.Chức năng chính</a:t>
            </a:r>
            <a:endParaRPr lang="en-US" b="1" dirty="0">
              <a:latin typeface="+mj-lt"/>
            </a:endParaRPr>
          </a:p>
        </p:txBody>
      </p:sp>
      <p:sp>
        <p:nvSpPr>
          <p:cNvPr id="2" name="Content Placeholder 2">
            <a:extLst>
              <a:ext uri="{FF2B5EF4-FFF2-40B4-BE49-F238E27FC236}">
                <a16:creationId xmlns:a16="http://schemas.microsoft.com/office/drawing/2014/main" id="{3B7F6CBB-BCAB-0B43-85FE-D4B508319DD8}"/>
              </a:ext>
            </a:extLst>
          </p:cNvPr>
          <p:cNvSpPr txBox="1">
            <a:spLocks/>
          </p:cNvSpPr>
          <p:nvPr/>
        </p:nvSpPr>
        <p:spPr>
          <a:xfrm>
            <a:off x="1311366" y="1276105"/>
            <a:ext cx="3194156" cy="4451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spcAft>
                <a:spcPct val="15000"/>
              </a:spcAft>
            </a:pPr>
            <a:r>
              <a:rPr lang="vi-VN" sz="2400" b="1" dirty="0">
                <a:latin typeface="+mj-lt"/>
              </a:rPr>
              <a:t>Lưu trữ tài liệu</a:t>
            </a:r>
            <a:endParaRPr lang="en-US" sz="2400" b="1" dirty="0">
              <a:latin typeface="+mj-lt"/>
            </a:endParaRPr>
          </a:p>
        </p:txBody>
      </p:sp>
      <p:sp>
        <p:nvSpPr>
          <p:cNvPr id="9" name="TextBox 8">
            <a:extLst>
              <a:ext uri="{FF2B5EF4-FFF2-40B4-BE49-F238E27FC236}">
                <a16:creationId xmlns:a16="http://schemas.microsoft.com/office/drawing/2014/main" id="{2FF1B27A-3863-CF33-44B9-D87DD9597BA1}"/>
              </a:ext>
            </a:extLst>
          </p:cNvPr>
          <p:cNvSpPr txBox="1"/>
          <p:nvPr/>
        </p:nvSpPr>
        <p:spPr>
          <a:xfrm>
            <a:off x="1547650" y="1684458"/>
            <a:ext cx="10056039" cy="646331"/>
          </a:xfrm>
          <a:prstGeom prst="rect">
            <a:avLst/>
          </a:prstGeom>
          <a:noFill/>
        </p:spPr>
        <p:txBody>
          <a:bodyPr wrap="square" rtlCol="0">
            <a:spAutoFit/>
          </a:bodyPr>
          <a:lstStyle/>
          <a:p>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Tài</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liệu</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quan</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trọng</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của</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công</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ty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được</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mã</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hóa</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và</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lưu</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lại</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nhân</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viên</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có</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thể</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tìm</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kiếm</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nhanh</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chóng</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và</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tải</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về</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theo</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nhu</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cầu</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sử</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 </a:t>
            </a:r>
            <a:r>
              <a:rPr lang="en-US" sz="1800" dirty="0" err="1">
                <a:effectLst/>
                <a:latin typeface="Times New Roman" panose="02020603050405020304" pitchFamily="18" charset="0"/>
                <a:ea typeface="Malgun Gothic" panose="020B0503020000020004" pitchFamily="34" charset="-127"/>
                <a:cs typeface="Times New Roman" panose="02020603050405020304" pitchFamily="18" charset="0"/>
              </a:rPr>
              <a:t>dụng</a:t>
            </a:r>
            <a:r>
              <a:rPr lang="en-US" sz="1800" dirty="0">
                <a:effectLst/>
                <a:latin typeface="Times New Roman" panose="02020603050405020304" pitchFamily="18" charset="0"/>
                <a:ea typeface="Malgun Gothic" panose="020B0503020000020004" pitchFamily="34" charset="-127"/>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24BA4B1F-EB0B-21AF-289A-46AE80A1D99B}"/>
              </a:ext>
            </a:extLst>
          </p:cNvPr>
          <p:cNvPicPr>
            <a:picLocks noChangeAspect="1"/>
          </p:cNvPicPr>
          <p:nvPr/>
        </p:nvPicPr>
        <p:blipFill>
          <a:blip r:embed="rId2"/>
          <a:stretch>
            <a:fillRect/>
          </a:stretch>
        </p:blipFill>
        <p:spPr>
          <a:xfrm>
            <a:off x="838198" y="2503462"/>
            <a:ext cx="10648950" cy="3257459"/>
          </a:xfrm>
          <a:prstGeom prst="rect">
            <a:avLst/>
          </a:prstGeom>
        </p:spPr>
      </p:pic>
      <p:sp>
        <p:nvSpPr>
          <p:cNvPr id="3" name="Slide Number Placeholder 2">
            <a:extLst>
              <a:ext uri="{FF2B5EF4-FFF2-40B4-BE49-F238E27FC236}">
                <a16:creationId xmlns:a16="http://schemas.microsoft.com/office/drawing/2014/main" id="{7D6F2522-FBA2-0BE7-A0A7-042BBAD75A81}"/>
              </a:ext>
            </a:extLst>
          </p:cNvPr>
          <p:cNvSpPr>
            <a:spLocks noGrp="1"/>
          </p:cNvSpPr>
          <p:nvPr>
            <p:ph type="sldNum" sz="quarter" idx="12"/>
          </p:nvPr>
        </p:nvSpPr>
        <p:spPr/>
        <p:txBody>
          <a:bodyPr/>
          <a:lstStyle/>
          <a:p>
            <a:fld id="{A826A215-A5F0-48E6-BDB0-DB2528564D1C}" type="slidenum">
              <a:rPr lang="en-US" smtClean="0"/>
              <a:t>36</a:t>
            </a:fld>
            <a:endParaRPr lang="en-US"/>
          </a:p>
        </p:txBody>
      </p:sp>
    </p:spTree>
    <p:extLst>
      <p:ext uri="{BB962C8B-B14F-4D97-AF65-F5344CB8AC3E}">
        <p14:creationId xmlns:p14="http://schemas.microsoft.com/office/powerpoint/2010/main" val="1107316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1+#ppt_w/2"/>
                                          </p:val>
                                        </p:tav>
                                        <p:tav tm="100000">
                                          <p:val>
                                            <p:strVal val="#ppt_x"/>
                                          </p:val>
                                        </p:tav>
                                      </p:tavLst>
                                    </p:anim>
                                    <p:anim calcmode="lin" valueType="num">
                                      <p:cBhvr additive="base">
                                        <p:cTn id="25"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down)">
                                      <p:cBhvr>
                                        <p:cTn id="30" dur="580">
                                          <p:stCondLst>
                                            <p:cond delay="0"/>
                                          </p:stCondLst>
                                        </p:cTn>
                                        <p:tgtEl>
                                          <p:spTgt spid="14"/>
                                        </p:tgtEl>
                                      </p:cBhvr>
                                    </p:animEffect>
                                    <p:anim calcmode="lin" valueType="num">
                                      <p:cBhvr>
                                        <p:cTn id="31"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36" dur="26">
                                          <p:stCondLst>
                                            <p:cond delay="650"/>
                                          </p:stCondLst>
                                        </p:cTn>
                                        <p:tgtEl>
                                          <p:spTgt spid="14"/>
                                        </p:tgtEl>
                                      </p:cBhvr>
                                      <p:to x="100000" y="60000"/>
                                    </p:animScale>
                                    <p:animScale>
                                      <p:cBhvr>
                                        <p:cTn id="37" dur="166" decel="50000">
                                          <p:stCondLst>
                                            <p:cond delay="676"/>
                                          </p:stCondLst>
                                        </p:cTn>
                                        <p:tgtEl>
                                          <p:spTgt spid="14"/>
                                        </p:tgtEl>
                                      </p:cBhvr>
                                      <p:to x="100000" y="100000"/>
                                    </p:animScale>
                                    <p:animScale>
                                      <p:cBhvr>
                                        <p:cTn id="38" dur="26">
                                          <p:stCondLst>
                                            <p:cond delay="1312"/>
                                          </p:stCondLst>
                                        </p:cTn>
                                        <p:tgtEl>
                                          <p:spTgt spid="14"/>
                                        </p:tgtEl>
                                      </p:cBhvr>
                                      <p:to x="100000" y="80000"/>
                                    </p:animScale>
                                    <p:animScale>
                                      <p:cBhvr>
                                        <p:cTn id="39" dur="166" decel="50000">
                                          <p:stCondLst>
                                            <p:cond delay="1338"/>
                                          </p:stCondLst>
                                        </p:cTn>
                                        <p:tgtEl>
                                          <p:spTgt spid="14"/>
                                        </p:tgtEl>
                                      </p:cBhvr>
                                      <p:to x="100000" y="100000"/>
                                    </p:animScale>
                                    <p:animScale>
                                      <p:cBhvr>
                                        <p:cTn id="40" dur="26">
                                          <p:stCondLst>
                                            <p:cond delay="1642"/>
                                          </p:stCondLst>
                                        </p:cTn>
                                        <p:tgtEl>
                                          <p:spTgt spid="14"/>
                                        </p:tgtEl>
                                      </p:cBhvr>
                                      <p:to x="100000" y="90000"/>
                                    </p:animScale>
                                    <p:animScale>
                                      <p:cBhvr>
                                        <p:cTn id="41" dur="166" decel="50000">
                                          <p:stCondLst>
                                            <p:cond delay="1668"/>
                                          </p:stCondLst>
                                        </p:cTn>
                                        <p:tgtEl>
                                          <p:spTgt spid="14"/>
                                        </p:tgtEl>
                                      </p:cBhvr>
                                      <p:to x="100000" y="100000"/>
                                    </p:animScale>
                                    <p:animScale>
                                      <p:cBhvr>
                                        <p:cTn id="42" dur="26">
                                          <p:stCondLst>
                                            <p:cond delay="1808"/>
                                          </p:stCondLst>
                                        </p:cTn>
                                        <p:tgtEl>
                                          <p:spTgt spid="14"/>
                                        </p:tgtEl>
                                      </p:cBhvr>
                                      <p:to x="100000" y="95000"/>
                                    </p:animScale>
                                    <p:animScale>
                                      <p:cBhvr>
                                        <p:cTn id="43" dur="166" decel="50000">
                                          <p:stCondLst>
                                            <p:cond delay="1834"/>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2" grpId="0"/>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377E6F-978B-1538-3768-C6BC2FF28755}"/>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FDD0D5FA-BBE4-D06E-C9FC-2C27A0734DEF}"/>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4.Hướng dẫn đăng nhập sử dụng</a:t>
            </a:r>
            <a:endParaRPr lang="en-US" b="1" dirty="0">
              <a:latin typeface="+mj-lt"/>
            </a:endParaRPr>
          </a:p>
        </p:txBody>
      </p:sp>
      <p:sp>
        <p:nvSpPr>
          <p:cNvPr id="7" name="TextBox 6">
            <a:extLst>
              <a:ext uri="{FF2B5EF4-FFF2-40B4-BE49-F238E27FC236}">
                <a16:creationId xmlns:a16="http://schemas.microsoft.com/office/drawing/2014/main" id="{9C67B736-B919-2B49-35F7-4241B79B5977}"/>
              </a:ext>
            </a:extLst>
          </p:cNvPr>
          <p:cNvSpPr txBox="1"/>
          <p:nvPr/>
        </p:nvSpPr>
        <p:spPr>
          <a:xfrm>
            <a:off x="1464046" y="1333367"/>
            <a:ext cx="5680824" cy="923330"/>
          </a:xfrm>
          <a:prstGeom prst="rect">
            <a:avLst/>
          </a:prstGeom>
          <a:noFill/>
        </p:spPr>
        <p:txBody>
          <a:bodyPr wrap="square" rtlCol="0">
            <a:spAutoFit/>
          </a:bodyPr>
          <a:lstStyle/>
          <a:p>
            <a:r>
              <a:rPr lang="vi-VN" dirty="0">
                <a:latin typeface="+mj-lt"/>
              </a:rPr>
              <a:t>Truy cập vào website </a:t>
            </a:r>
            <a:r>
              <a:rPr lang="vi-VN" dirty="0">
                <a:solidFill>
                  <a:srgbClr val="002060"/>
                </a:solidFill>
                <a:latin typeface="+mj-lt"/>
                <a:hlinkClick r:id="rId3">
                  <a:extLst>
                    <a:ext uri="{A12FA001-AC4F-418D-AE19-62706E023703}">
                      <ahyp:hlinkClr xmlns:ahyp="http://schemas.microsoft.com/office/drawing/2018/hyperlinkcolor" val="tx"/>
                    </a:ext>
                  </a:extLst>
                </a:hlinkClick>
              </a:rPr>
              <a:t>https://gw.dw-semv.vn</a:t>
            </a:r>
            <a:endParaRPr lang="vi-VN" dirty="0">
              <a:solidFill>
                <a:srgbClr val="002060"/>
              </a:solidFill>
              <a:latin typeface="+mj-lt"/>
            </a:endParaRPr>
          </a:p>
          <a:p>
            <a:endParaRPr lang="vi-VN" dirty="0">
              <a:solidFill>
                <a:srgbClr val="00B0F0"/>
              </a:solidFill>
              <a:latin typeface="+mj-lt"/>
            </a:endParaRPr>
          </a:p>
          <a:p>
            <a:r>
              <a:rPr lang="vi-VN" dirty="0">
                <a:solidFill>
                  <a:srgbClr val="00B0F0"/>
                </a:solidFill>
                <a:latin typeface="+mj-lt"/>
              </a:rPr>
              <a:t>(Lưu ý sử dụng Microsoft Edge)</a:t>
            </a:r>
            <a:endParaRPr lang="en-US" dirty="0">
              <a:solidFill>
                <a:srgbClr val="00B0F0"/>
              </a:solidFill>
              <a:latin typeface="+mj-lt"/>
            </a:endParaRPr>
          </a:p>
        </p:txBody>
      </p:sp>
      <p:sp>
        <p:nvSpPr>
          <p:cNvPr id="9" name="TextBox 8">
            <a:extLst>
              <a:ext uri="{FF2B5EF4-FFF2-40B4-BE49-F238E27FC236}">
                <a16:creationId xmlns:a16="http://schemas.microsoft.com/office/drawing/2014/main" id="{FC06575A-4B27-8754-7DE4-38963CE87073}"/>
              </a:ext>
            </a:extLst>
          </p:cNvPr>
          <p:cNvSpPr txBox="1"/>
          <p:nvPr/>
        </p:nvSpPr>
        <p:spPr>
          <a:xfrm>
            <a:off x="1925338" y="2261301"/>
            <a:ext cx="3424903" cy="369332"/>
          </a:xfrm>
          <a:prstGeom prst="rect">
            <a:avLst/>
          </a:prstGeom>
          <a:noFill/>
        </p:spPr>
        <p:txBody>
          <a:bodyPr wrap="square" rtlCol="0">
            <a:spAutoFit/>
          </a:bodyPr>
          <a:lstStyle/>
          <a:p>
            <a:r>
              <a:rPr lang="vi-VN" dirty="0">
                <a:latin typeface="+mj-lt"/>
              </a:rPr>
              <a:t>Nhập thông tin ID &amp; Password</a:t>
            </a:r>
            <a:endParaRPr lang="en-US" dirty="0">
              <a:latin typeface="+mj-lt"/>
            </a:endParaRPr>
          </a:p>
        </p:txBody>
      </p:sp>
      <p:pic>
        <p:nvPicPr>
          <p:cNvPr id="6" name="Picture 5">
            <a:extLst>
              <a:ext uri="{FF2B5EF4-FFF2-40B4-BE49-F238E27FC236}">
                <a16:creationId xmlns:a16="http://schemas.microsoft.com/office/drawing/2014/main" id="{3C84E8BD-0F58-B25D-1F0C-A4E862C83599}"/>
              </a:ext>
            </a:extLst>
          </p:cNvPr>
          <p:cNvPicPr>
            <a:picLocks noChangeAspect="1"/>
          </p:cNvPicPr>
          <p:nvPr/>
        </p:nvPicPr>
        <p:blipFill>
          <a:blip r:embed="rId4"/>
          <a:stretch>
            <a:fillRect/>
          </a:stretch>
        </p:blipFill>
        <p:spPr>
          <a:xfrm>
            <a:off x="6916039" y="805223"/>
            <a:ext cx="4571109" cy="2011211"/>
          </a:xfrm>
          <a:prstGeom prst="rect">
            <a:avLst/>
          </a:prstGeom>
        </p:spPr>
      </p:pic>
      <p:pic>
        <p:nvPicPr>
          <p:cNvPr id="11" name="Picture 10">
            <a:extLst>
              <a:ext uri="{FF2B5EF4-FFF2-40B4-BE49-F238E27FC236}">
                <a16:creationId xmlns:a16="http://schemas.microsoft.com/office/drawing/2014/main" id="{75C6D551-B57F-6249-C081-FF417DA85078}"/>
              </a:ext>
            </a:extLst>
          </p:cNvPr>
          <p:cNvPicPr>
            <a:picLocks noChangeAspect="1"/>
          </p:cNvPicPr>
          <p:nvPr/>
        </p:nvPicPr>
        <p:blipFill>
          <a:blip r:embed="rId5"/>
          <a:stretch>
            <a:fillRect/>
          </a:stretch>
        </p:blipFill>
        <p:spPr>
          <a:xfrm>
            <a:off x="838198" y="2777577"/>
            <a:ext cx="7678272" cy="3351691"/>
          </a:xfrm>
          <a:prstGeom prst="rect">
            <a:avLst/>
          </a:prstGeom>
        </p:spPr>
      </p:pic>
      <p:pic>
        <p:nvPicPr>
          <p:cNvPr id="13" name="Picture 12">
            <a:extLst>
              <a:ext uri="{FF2B5EF4-FFF2-40B4-BE49-F238E27FC236}">
                <a16:creationId xmlns:a16="http://schemas.microsoft.com/office/drawing/2014/main" id="{55331A36-3607-67CD-991F-9125FA875747}"/>
              </a:ext>
            </a:extLst>
          </p:cNvPr>
          <p:cNvPicPr>
            <a:picLocks noChangeAspect="1"/>
          </p:cNvPicPr>
          <p:nvPr/>
        </p:nvPicPr>
        <p:blipFill>
          <a:blip r:embed="rId6"/>
          <a:srcRect l="34434" t="52664" r="28774"/>
          <a:stretch/>
        </p:blipFill>
        <p:spPr>
          <a:xfrm>
            <a:off x="4542864" y="1752543"/>
            <a:ext cx="466164" cy="441923"/>
          </a:xfrm>
          <a:prstGeom prst="rect">
            <a:avLst/>
          </a:prstGeom>
          <a:effectLst>
            <a:softEdge rad="31750"/>
          </a:effectLst>
        </p:spPr>
      </p:pic>
      <p:sp>
        <p:nvSpPr>
          <p:cNvPr id="2" name="Slide Number Placeholder 1">
            <a:extLst>
              <a:ext uri="{FF2B5EF4-FFF2-40B4-BE49-F238E27FC236}">
                <a16:creationId xmlns:a16="http://schemas.microsoft.com/office/drawing/2014/main" id="{D669AE6E-3608-F535-C50D-E9ABD231D3F5}"/>
              </a:ext>
            </a:extLst>
          </p:cNvPr>
          <p:cNvSpPr>
            <a:spLocks noGrp="1"/>
          </p:cNvSpPr>
          <p:nvPr>
            <p:ph type="sldNum" sz="quarter" idx="12"/>
          </p:nvPr>
        </p:nvSpPr>
        <p:spPr/>
        <p:txBody>
          <a:bodyPr/>
          <a:lstStyle/>
          <a:p>
            <a:fld id="{A826A215-A5F0-48E6-BDB0-DB2528564D1C}" type="slidenum">
              <a:rPr lang="en-US" smtClean="0"/>
              <a:t>37</a:t>
            </a:fld>
            <a:endParaRPr lang="en-US"/>
          </a:p>
        </p:txBody>
      </p:sp>
    </p:spTree>
    <p:extLst>
      <p:ext uri="{BB962C8B-B14F-4D97-AF65-F5344CB8AC3E}">
        <p14:creationId xmlns:p14="http://schemas.microsoft.com/office/powerpoint/2010/main" val="1902032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1+#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1+#ppt_w/2"/>
                                          </p:val>
                                        </p:tav>
                                        <p:tav tm="100000">
                                          <p:val>
                                            <p:strVal val="#ppt_x"/>
                                          </p:val>
                                        </p:tav>
                                      </p:tavLst>
                                    </p:anim>
                                    <p:anim calcmode="lin" valueType="num">
                                      <p:cBhvr additive="base">
                                        <p:cTn id="23"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Effect transition="in" filter="fade">
                                      <p:cBhvr>
                                        <p:cTn id="30" dur="500"/>
                                        <p:tgtEl>
                                          <p:spTgt spid="6"/>
                                        </p:tgtEl>
                                      </p:cBhvr>
                                    </p:animEffect>
                                  </p:childTnLst>
                                </p:cTn>
                              </p:par>
                              <p:par>
                                <p:cTn id="31" presetID="53" presetClass="entr" presetSubtype="16"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animEffect transition="in" filter="fade">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377E6F-978B-1538-3768-C6BC2FF28755}"/>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5" name="TextBox 4">
            <a:extLst>
              <a:ext uri="{FF2B5EF4-FFF2-40B4-BE49-F238E27FC236}">
                <a16:creationId xmlns:a16="http://schemas.microsoft.com/office/drawing/2014/main" id="{FDD0D5FA-BBE4-D06E-C9FC-2C27A0734DEF}"/>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5.Giới thiệu tổng quát về </a:t>
            </a:r>
            <a:r>
              <a:rPr lang="vi-VN" b="1" dirty="0">
                <a:solidFill>
                  <a:srgbClr val="00B0F0"/>
                </a:solidFill>
                <a:latin typeface="+mj-lt"/>
              </a:rPr>
              <a:t>POVIS</a:t>
            </a:r>
            <a:endParaRPr lang="en-US" b="1" dirty="0">
              <a:solidFill>
                <a:srgbClr val="00B0F0"/>
              </a:solidFill>
              <a:latin typeface="+mj-lt"/>
            </a:endParaRPr>
          </a:p>
        </p:txBody>
      </p:sp>
      <p:pic>
        <p:nvPicPr>
          <p:cNvPr id="3" name="Picture 2">
            <a:extLst>
              <a:ext uri="{FF2B5EF4-FFF2-40B4-BE49-F238E27FC236}">
                <a16:creationId xmlns:a16="http://schemas.microsoft.com/office/drawing/2014/main" id="{EAA7476F-043A-B83F-A911-CDFCDBD82565}"/>
              </a:ext>
            </a:extLst>
          </p:cNvPr>
          <p:cNvPicPr>
            <a:picLocks noChangeAspect="1"/>
          </p:cNvPicPr>
          <p:nvPr/>
        </p:nvPicPr>
        <p:blipFill>
          <a:blip r:embed="rId3"/>
          <a:stretch>
            <a:fillRect/>
          </a:stretch>
        </p:blipFill>
        <p:spPr>
          <a:xfrm>
            <a:off x="1156447" y="2353022"/>
            <a:ext cx="10330701" cy="3690897"/>
          </a:xfrm>
          <a:prstGeom prst="rect">
            <a:avLst/>
          </a:prstGeom>
        </p:spPr>
      </p:pic>
      <p:sp>
        <p:nvSpPr>
          <p:cNvPr id="8" name="TextBox 7">
            <a:extLst>
              <a:ext uri="{FF2B5EF4-FFF2-40B4-BE49-F238E27FC236}">
                <a16:creationId xmlns:a16="http://schemas.microsoft.com/office/drawing/2014/main" id="{D73650F4-7470-3594-84A3-764353F47E2A}"/>
              </a:ext>
            </a:extLst>
          </p:cNvPr>
          <p:cNvSpPr txBox="1"/>
          <p:nvPr/>
        </p:nvSpPr>
        <p:spPr>
          <a:xfrm>
            <a:off x="1275786" y="1133075"/>
            <a:ext cx="10078013" cy="646331"/>
          </a:xfrm>
          <a:prstGeom prst="rect">
            <a:avLst/>
          </a:prstGeom>
          <a:noFill/>
        </p:spPr>
        <p:txBody>
          <a:bodyPr wrap="square" rtlCol="0">
            <a:spAutoFit/>
          </a:bodyPr>
          <a:lstStyle/>
          <a:p>
            <a:r>
              <a:rPr lang="vi-VN" dirty="0">
                <a:latin typeface="+mj-lt"/>
              </a:rPr>
              <a:t>Truy cập vào Groupware </a:t>
            </a:r>
            <a:r>
              <a:rPr lang="vi-VN" dirty="0">
                <a:latin typeface="+mj-lt"/>
                <a:sym typeface="Wingdings" panose="05000000000000000000" pitchFamily="2" charset="2"/>
              </a:rPr>
              <a:t> Povis hoặc truy cập trực tiếp vào </a:t>
            </a:r>
            <a:r>
              <a:rPr lang="vi-VN" dirty="0">
                <a:latin typeface="+mj-lt"/>
              </a:rPr>
              <a:t>website </a:t>
            </a:r>
            <a:r>
              <a:rPr lang="vi-VN" dirty="0">
                <a:solidFill>
                  <a:srgbClr val="002060"/>
                </a:solidFill>
                <a:latin typeface="+mj-lt"/>
              </a:rPr>
              <a:t>http://povis.dw-semv.vn/ </a:t>
            </a:r>
          </a:p>
          <a:p>
            <a:r>
              <a:rPr lang="vi-VN" dirty="0">
                <a:solidFill>
                  <a:srgbClr val="00B0F0"/>
                </a:solidFill>
                <a:latin typeface="+mj-lt"/>
              </a:rPr>
              <a:t>(Lưu ý sử dụng Microsoft Edge)</a:t>
            </a:r>
            <a:endParaRPr lang="en-US" dirty="0">
              <a:solidFill>
                <a:srgbClr val="00B0F0"/>
              </a:solidFill>
              <a:latin typeface="+mj-lt"/>
            </a:endParaRPr>
          </a:p>
        </p:txBody>
      </p:sp>
      <p:sp>
        <p:nvSpPr>
          <p:cNvPr id="10" name="TextBox 9">
            <a:extLst>
              <a:ext uri="{FF2B5EF4-FFF2-40B4-BE49-F238E27FC236}">
                <a16:creationId xmlns:a16="http://schemas.microsoft.com/office/drawing/2014/main" id="{28C986AD-A6A8-CD7C-87DA-4ADD6A257F90}"/>
              </a:ext>
            </a:extLst>
          </p:cNvPr>
          <p:cNvSpPr txBox="1"/>
          <p:nvPr/>
        </p:nvSpPr>
        <p:spPr>
          <a:xfrm>
            <a:off x="1674326" y="1701621"/>
            <a:ext cx="3424903" cy="646331"/>
          </a:xfrm>
          <a:prstGeom prst="rect">
            <a:avLst/>
          </a:prstGeom>
          <a:noFill/>
        </p:spPr>
        <p:txBody>
          <a:bodyPr wrap="square" rtlCol="0">
            <a:spAutoFit/>
          </a:bodyPr>
          <a:lstStyle/>
          <a:p>
            <a:r>
              <a:rPr lang="vi-VN" dirty="0">
                <a:latin typeface="+mj-lt"/>
              </a:rPr>
              <a:t>Nhập thông tin ID &amp; Password </a:t>
            </a:r>
            <a:r>
              <a:rPr lang="vi-VN" dirty="0">
                <a:solidFill>
                  <a:srgbClr val="00B0F0"/>
                </a:solidFill>
                <a:latin typeface="+mj-lt"/>
              </a:rPr>
              <a:t>(giống với Groupware)</a:t>
            </a:r>
            <a:endParaRPr lang="en-US" dirty="0">
              <a:solidFill>
                <a:srgbClr val="00B0F0"/>
              </a:solidFill>
              <a:latin typeface="+mj-lt"/>
            </a:endParaRPr>
          </a:p>
        </p:txBody>
      </p:sp>
      <p:sp>
        <p:nvSpPr>
          <p:cNvPr id="2" name="Slide Number Placeholder 1">
            <a:extLst>
              <a:ext uri="{FF2B5EF4-FFF2-40B4-BE49-F238E27FC236}">
                <a16:creationId xmlns:a16="http://schemas.microsoft.com/office/drawing/2014/main" id="{6AE67177-F826-BBAB-1DA1-D5960EB802C6}"/>
              </a:ext>
            </a:extLst>
          </p:cNvPr>
          <p:cNvSpPr>
            <a:spLocks noGrp="1"/>
          </p:cNvSpPr>
          <p:nvPr>
            <p:ph type="sldNum" sz="quarter" idx="12"/>
          </p:nvPr>
        </p:nvSpPr>
        <p:spPr/>
        <p:txBody>
          <a:bodyPr/>
          <a:lstStyle/>
          <a:p>
            <a:fld id="{A826A215-A5F0-48E6-BDB0-DB2528564D1C}" type="slidenum">
              <a:rPr lang="en-US" smtClean="0"/>
              <a:t>38</a:t>
            </a:fld>
            <a:endParaRPr lang="en-US"/>
          </a:p>
        </p:txBody>
      </p:sp>
    </p:spTree>
    <p:extLst>
      <p:ext uri="{BB962C8B-B14F-4D97-AF65-F5344CB8AC3E}">
        <p14:creationId xmlns:p14="http://schemas.microsoft.com/office/powerpoint/2010/main" val="2946659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1+#ppt_w/2"/>
                                          </p:val>
                                        </p:tav>
                                        <p:tav tm="100000">
                                          <p:val>
                                            <p:strVal val="#ppt_x"/>
                                          </p:val>
                                        </p:tav>
                                      </p:tavLst>
                                    </p:anim>
                                    <p:anim calcmode="lin" valueType="num">
                                      <p:cBhvr additive="base">
                                        <p:cTn id="19" dur="500" fill="hold"/>
                                        <p:tgtEl>
                                          <p:spTgt spid="8"/>
                                        </p:tgtEl>
                                        <p:attrNameLst>
                                          <p:attrName>ppt_y</p:attrName>
                                        </p:attrNameLst>
                                      </p:cBhvr>
                                      <p:tavLst>
                                        <p:tav tm="0">
                                          <p:val>
                                            <p:strVal val="#ppt_y"/>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1+#ppt_w/2"/>
                                          </p:val>
                                        </p:tav>
                                        <p:tav tm="100000">
                                          <p:val>
                                            <p:strVal val="#ppt_x"/>
                                          </p:val>
                                        </p:tav>
                                      </p:tavLst>
                                    </p:anim>
                                    <p:anim calcmode="lin" valueType="num">
                                      <p:cBhvr additive="base">
                                        <p:cTn id="23"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500" fill="hold"/>
                                        <p:tgtEl>
                                          <p:spTgt spid="3"/>
                                        </p:tgtEl>
                                        <p:attrNameLst>
                                          <p:attrName>ppt_w</p:attrName>
                                        </p:attrNameLst>
                                      </p:cBhvr>
                                      <p:tavLst>
                                        <p:tav tm="0">
                                          <p:val>
                                            <p:fltVal val="0"/>
                                          </p:val>
                                        </p:tav>
                                        <p:tav tm="100000">
                                          <p:val>
                                            <p:strVal val="#ppt_w"/>
                                          </p:val>
                                        </p:tav>
                                      </p:tavLst>
                                    </p:anim>
                                    <p:anim calcmode="lin" valueType="num">
                                      <p:cBhvr>
                                        <p:cTn id="29" dur="500" fill="hold"/>
                                        <p:tgtEl>
                                          <p:spTgt spid="3"/>
                                        </p:tgtEl>
                                        <p:attrNameLst>
                                          <p:attrName>ppt_h</p:attrName>
                                        </p:attrNameLst>
                                      </p:cBhvr>
                                      <p:tavLst>
                                        <p:tav tm="0">
                                          <p:val>
                                            <p:fltVal val="0"/>
                                          </p:val>
                                        </p:tav>
                                        <p:tav tm="100000">
                                          <p:val>
                                            <p:strVal val="#ppt_h"/>
                                          </p:val>
                                        </p:tav>
                                      </p:tavLst>
                                    </p:anim>
                                    <p:animEffect transition="in" filter="fade">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8" grpId="0"/>
      <p:bldP spid="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377E6F-978B-1538-3768-C6BC2FF28755}"/>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2" name="TextBox 1">
            <a:extLst>
              <a:ext uri="{FF2B5EF4-FFF2-40B4-BE49-F238E27FC236}">
                <a16:creationId xmlns:a16="http://schemas.microsoft.com/office/drawing/2014/main" id="{2D81C3F6-F850-5A36-4D63-90F20D9B4890}"/>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5.Giới thiệu tổng quát về </a:t>
            </a:r>
            <a:r>
              <a:rPr lang="vi-VN" b="1" dirty="0">
                <a:solidFill>
                  <a:srgbClr val="00B0F0"/>
                </a:solidFill>
                <a:latin typeface="+mj-lt"/>
              </a:rPr>
              <a:t>POVIS</a:t>
            </a:r>
            <a:endParaRPr lang="en-US" b="1" dirty="0">
              <a:solidFill>
                <a:srgbClr val="00B0F0"/>
              </a:solidFill>
              <a:latin typeface="+mj-lt"/>
            </a:endParaRPr>
          </a:p>
        </p:txBody>
      </p:sp>
      <p:pic>
        <p:nvPicPr>
          <p:cNvPr id="7" name="Picture 6">
            <a:extLst>
              <a:ext uri="{FF2B5EF4-FFF2-40B4-BE49-F238E27FC236}">
                <a16:creationId xmlns:a16="http://schemas.microsoft.com/office/drawing/2014/main" id="{792DE2FD-8FFB-91A1-25C2-EA4DA7CDF115}"/>
              </a:ext>
            </a:extLst>
          </p:cNvPr>
          <p:cNvPicPr>
            <a:picLocks noChangeAspect="1"/>
          </p:cNvPicPr>
          <p:nvPr/>
        </p:nvPicPr>
        <p:blipFill>
          <a:blip r:embed="rId3"/>
          <a:stretch>
            <a:fillRect/>
          </a:stretch>
        </p:blipFill>
        <p:spPr>
          <a:xfrm>
            <a:off x="894892" y="2518887"/>
            <a:ext cx="10925278" cy="3539013"/>
          </a:xfrm>
          <a:prstGeom prst="rect">
            <a:avLst/>
          </a:prstGeom>
        </p:spPr>
      </p:pic>
      <p:sp>
        <p:nvSpPr>
          <p:cNvPr id="9" name="TextBox 8">
            <a:extLst>
              <a:ext uri="{FF2B5EF4-FFF2-40B4-BE49-F238E27FC236}">
                <a16:creationId xmlns:a16="http://schemas.microsoft.com/office/drawing/2014/main" id="{049F0465-E899-7DCC-243F-6B95D1E292BD}"/>
              </a:ext>
            </a:extLst>
          </p:cNvPr>
          <p:cNvSpPr txBox="1"/>
          <p:nvPr/>
        </p:nvSpPr>
        <p:spPr>
          <a:xfrm>
            <a:off x="838198" y="1165234"/>
            <a:ext cx="10648950" cy="1200329"/>
          </a:xfrm>
          <a:prstGeom prst="rect">
            <a:avLst/>
          </a:prstGeom>
          <a:noFill/>
        </p:spPr>
        <p:txBody>
          <a:bodyPr wrap="square" rtlCol="0">
            <a:spAutoFit/>
          </a:bodyPr>
          <a:lstStyle/>
          <a:p>
            <a:r>
              <a:rPr lang="vi-VN" dirty="0">
                <a:latin typeface="Times New Roman" panose="02020603050405020304" pitchFamily="18" charset="0"/>
                <a:cs typeface="Times New Roman" panose="02020603050405020304" pitchFamily="18" charset="0"/>
              </a:rPr>
              <a:t>Mục đích: Lưu trữ, quản lý tài liệu liên quan đến chất lượng sản phẩm/ Audit/ Quy định /Tài liệu kĩ thuật/ Thông tin tiêu chuẩn...</a:t>
            </a:r>
          </a:p>
          <a:p>
            <a:r>
              <a:rPr lang="vi-VN" dirty="0">
                <a:latin typeface="Times New Roman" panose="02020603050405020304" pitchFamily="18" charset="0"/>
                <a:cs typeface="Times New Roman" panose="02020603050405020304" pitchFamily="18" charset="0"/>
              </a:rPr>
              <a:t>Povis  được liên kết với GW, do đó khi đăng ký tài liệu trên Povis, quản lý cấp trên hoặc người phụ trách liên đới sẽ tiến hành phê duyệt trên GW.</a:t>
            </a:r>
            <a:endParaRPr lang="en-US"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0275B274-81D6-733C-B000-727FBF260E2A}"/>
              </a:ext>
            </a:extLst>
          </p:cNvPr>
          <p:cNvSpPr>
            <a:spLocks noGrp="1"/>
          </p:cNvSpPr>
          <p:nvPr>
            <p:ph type="sldNum" sz="quarter" idx="12"/>
          </p:nvPr>
        </p:nvSpPr>
        <p:spPr/>
        <p:txBody>
          <a:bodyPr/>
          <a:lstStyle/>
          <a:p>
            <a:fld id="{A826A215-A5F0-48E6-BDB0-DB2528564D1C}" type="slidenum">
              <a:rPr lang="en-US" smtClean="0"/>
              <a:t>39</a:t>
            </a:fld>
            <a:endParaRPr lang="en-US"/>
          </a:p>
        </p:txBody>
      </p:sp>
    </p:spTree>
    <p:extLst>
      <p:ext uri="{BB962C8B-B14F-4D97-AF65-F5344CB8AC3E}">
        <p14:creationId xmlns:p14="http://schemas.microsoft.com/office/powerpoint/2010/main" val="712317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377E6F-978B-1538-3768-C6BC2FF28755}"/>
              </a:ext>
            </a:extLst>
          </p:cNvPr>
          <p:cNvSpPr txBox="1">
            <a:spLocks/>
          </p:cNvSpPr>
          <p:nvPr/>
        </p:nvSpPr>
        <p:spPr>
          <a:xfrm>
            <a:off x="838198" y="185341"/>
            <a:ext cx="10648950" cy="581025"/>
          </a:xfrm>
          <a:prstGeom prst="rect">
            <a:avLst/>
          </a:prstGeom>
          <a:solidFill>
            <a:schemeClr val="bg1">
              <a:lumMod val="85000"/>
            </a:schemeClr>
          </a:solidFill>
          <a:ln w="12700">
            <a:solidFill>
              <a:srgbClr val="002060"/>
            </a:solidFill>
          </a:ln>
        </p:spPr>
        <p:txBody>
          <a:bodyPr vert="horz" lIns="91440" tIns="45720" rIns="91440" bIns="45720" rtlCol="0" anchor="b">
            <a:normAutofit fontScale="70000" lnSpcReduction="20000"/>
          </a:bodyPr>
          <a:lstStyle>
            <a:lvl1pPr marL="0" indent="0" algn="ctr" defTabSz="914400" rtl="0" eaLnBrk="1" latinLnBrk="0" hangingPunct="1">
              <a:lnSpc>
                <a:spcPct val="90000"/>
              </a:lnSpc>
              <a:spcBef>
                <a:spcPct val="0"/>
              </a:spcBef>
              <a:buFont typeface="Wingdings" panose="05000000000000000000" pitchFamily="2" charset="2"/>
              <a:buNone/>
              <a:defRPr sz="6000" kern="1200">
                <a:solidFill>
                  <a:schemeClr val="tx1"/>
                </a:solidFill>
                <a:latin typeface="Times New Roman" panose="02020603050405020304" pitchFamily="18" charset="0"/>
                <a:ea typeface="+mj-ea"/>
                <a:cs typeface="Times New Roman" panose="02020603050405020304" pitchFamily="18" charset="0"/>
              </a:defRPr>
            </a:lvl1pPr>
          </a:lstStyle>
          <a:p>
            <a:pPr marL="857250" indent="-857250" algn="l">
              <a:buFont typeface="Wingdings" panose="05000000000000000000" pitchFamily="2" charset="2"/>
              <a:buChar char="v"/>
            </a:pPr>
            <a:r>
              <a:rPr lang="vi-VN" b="1" spc="50" dirty="0">
                <a:ln w="0"/>
                <a:solidFill>
                  <a:schemeClr val="accent1">
                    <a:lumMod val="75000"/>
                  </a:schemeClr>
                </a:solidFill>
                <a:effectLst>
                  <a:innerShdw blurRad="63500" dist="50800" dir="13500000">
                    <a:srgbClr val="000000">
                      <a:alpha val="50000"/>
                    </a:srgbClr>
                  </a:innerShdw>
                </a:effectLst>
                <a:latin typeface="+mj-lt"/>
              </a:rPr>
              <a:t>HỆ THỐNG GROUPWARE</a:t>
            </a:r>
            <a:endParaRPr lang="en-US" b="1" spc="50" dirty="0">
              <a:ln w="0"/>
              <a:solidFill>
                <a:schemeClr val="accent1">
                  <a:lumMod val="75000"/>
                </a:schemeClr>
              </a:solidFill>
              <a:effectLst>
                <a:innerShdw blurRad="63500" dist="50800" dir="13500000">
                  <a:srgbClr val="000000">
                    <a:alpha val="50000"/>
                  </a:srgbClr>
                </a:innerShdw>
              </a:effectLst>
              <a:latin typeface="+mj-lt"/>
            </a:endParaRPr>
          </a:p>
        </p:txBody>
      </p:sp>
      <p:sp>
        <p:nvSpPr>
          <p:cNvPr id="2" name="TextBox 1">
            <a:extLst>
              <a:ext uri="{FF2B5EF4-FFF2-40B4-BE49-F238E27FC236}">
                <a16:creationId xmlns:a16="http://schemas.microsoft.com/office/drawing/2014/main" id="{2D81C3F6-F850-5A36-4D63-90F20D9B4890}"/>
              </a:ext>
            </a:extLst>
          </p:cNvPr>
          <p:cNvSpPr txBox="1"/>
          <p:nvPr/>
        </p:nvSpPr>
        <p:spPr>
          <a:xfrm>
            <a:off x="838200" y="800100"/>
            <a:ext cx="5419725" cy="369332"/>
          </a:xfrm>
          <a:prstGeom prst="rect">
            <a:avLst/>
          </a:prstGeom>
          <a:noFill/>
        </p:spPr>
        <p:txBody>
          <a:bodyPr wrap="square" rtlCol="0">
            <a:spAutoFit/>
          </a:bodyPr>
          <a:lstStyle/>
          <a:p>
            <a:r>
              <a:rPr lang="vi-VN" b="1" dirty="0">
                <a:latin typeface="+mj-lt"/>
              </a:rPr>
              <a:t>5.Giới thiệu tổng quát về </a:t>
            </a:r>
            <a:r>
              <a:rPr lang="vi-VN" b="1" dirty="0">
                <a:solidFill>
                  <a:srgbClr val="00B0F0"/>
                </a:solidFill>
                <a:latin typeface="+mj-lt"/>
              </a:rPr>
              <a:t>POVIS</a:t>
            </a:r>
            <a:endParaRPr lang="en-US" b="1" dirty="0">
              <a:solidFill>
                <a:srgbClr val="00B0F0"/>
              </a:solidFill>
              <a:latin typeface="+mj-lt"/>
            </a:endParaRPr>
          </a:p>
        </p:txBody>
      </p:sp>
      <p:sp>
        <p:nvSpPr>
          <p:cNvPr id="9" name="TextBox 8">
            <a:extLst>
              <a:ext uri="{FF2B5EF4-FFF2-40B4-BE49-F238E27FC236}">
                <a16:creationId xmlns:a16="http://schemas.microsoft.com/office/drawing/2014/main" id="{049F0465-E899-7DCC-243F-6B95D1E292BD}"/>
              </a:ext>
            </a:extLst>
          </p:cNvPr>
          <p:cNvSpPr txBox="1"/>
          <p:nvPr/>
        </p:nvSpPr>
        <p:spPr>
          <a:xfrm>
            <a:off x="838198" y="1165234"/>
            <a:ext cx="10648950" cy="369332"/>
          </a:xfrm>
          <a:prstGeom prst="rect">
            <a:avLst/>
          </a:prstGeom>
          <a:noFill/>
        </p:spPr>
        <p:txBody>
          <a:bodyPr wrap="square" rtlCol="0">
            <a:spAutoFit/>
          </a:bodyPr>
          <a:lstStyle/>
          <a:p>
            <a:r>
              <a:rPr lang="vi-VN" dirty="0">
                <a:latin typeface="Times New Roman" panose="02020603050405020304" pitchFamily="18" charset="0"/>
                <a:cs typeface="Times New Roman" panose="02020603050405020304" pitchFamily="18" charset="0"/>
              </a:rPr>
              <a:t>Dễ dàng tra cứu lại các tài liệu đã được đăng ký trên hệ thống</a:t>
            </a:r>
            <a:endParaRPr lang="en-US" dirty="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1828395D-E803-EC9C-5E84-6F9E8C4E086D}"/>
              </a:ext>
            </a:extLst>
          </p:cNvPr>
          <p:cNvGrpSpPr/>
          <p:nvPr/>
        </p:nvGrpSpPr>
        <p:grpSpPr>
          <a:xfrm>
            <a:off x="969166" y="1636698"/>
            <a:ext cx="10517982" cy="4516452"/>
            <a:chOff x="969166" y="1636698"/>
            <a:chExt cx="10517982" cy="4516452"/>
          </a:xfrm>
        </p:grpSpPr>
        <p:pic>
          <p:nvPicPr>
            <p:cNvPr id="5" name="Picture 4">
              <a:extLst>
                <a:ext uri="{FF2B5EF4-FFF2-40B4-BE49-F238E27FC236}">
                  <a16:creationId xmlns:a16="http://schemas.microsoft.com/office/drawing/2014/main" id="{9A91372B-18AE-EC8B-9626-D12E36748663}"/>
                </a:ext>
              </a:extLst>
            </p:cNvPr>
            <p:cNvPicPr>
              <a:picLocks noChangeAspect="1"/>
            </p:cNvPicPr>
            <p:nvPr/>
          </p:nvPicPr>
          <p:blipFill>
            <a:blip r:embed="rId3"/>
            <a:stretch>
              <a:fillRect/>
            </a:stretch>
          </p:blipFill>
          <p:spPr>
            <a:xfrm>
              <a:off x="969166" y="1636698"/>
              <a:ext cx="10517982" cy="4516452"/>
            </a:xfrm>
            <a:prstGeom prst="rect">
              <a:avLst/>
            </a:prstGeom>
          </p:spPr>
        </p:pic>
        <p:sp>
          <p:nvSpPr>
            <p:cNvPr id="6" name="Rectangle 5">
              <a:extLst>
                <a:ext uri="{FF2B5EF4-FFF2-40B4-BE49-F238E27FC236}">
                  <a16:creationId xmlns:a16="http://schemas.microsoft.com/office/drawing/2014/main" id="{3D65C6B4-2DBE-B6C8-059F-830388DAD4A4}"/>
                </a:ext>
              </a:extLst>
            </p:cNvPr>
            <p:cNvSpPr/>
            <p:nvPr/>
          </p:nvSpPr>
          <p:spPr>
            <a:xfrm>
              <a:off x="9601200" y="2006030"/>
              <a:ext cx="476250" cy="20377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rgbClr val="FF0000"/>
                </a:solidFill>
              </a:endParaRPr>
            </a:p>
          </p:txBody>
        </p:sp>
      </p:grpSp>
      <p:sp>
        <p:nvSpPr>
          <p:cNvPr id="10" name="Slide Number Placeholder 9">
            <a:extLst>
              <a:ext uri="{FF2B5EF4-FFF2-40B4-BE49-F238E27FC236}">
                <a16:creationId xmlns:a16="http://schemas.microsoft.com/office/drawing/2014/main" id="{CAB686B4-108A-FEED-A808-22DC8E8D0175}"/>
              </a:ext>
            </a:extLst>
          </p:cNvPr>
          <p:cNvSpPr>
            <a:spLocks noGrp="1"/>
          </p:cNvSpPr>
          <p:nvPr>
            <p:ph type="sldNum" sz="quarter" idx="12"/>
          </p:nvPr>
        </p:nvSpPr>
        <p:spPr/>
        <p:txBody>
          <a:bodyPr/>
          <a:lstStyle/>
          <a:p>
            <a:fld id="{A826A215-A5F0-48E6-BDB0-DB2528564D1C}" type="slidenum">
              <a:rPr lang="en-US" smtClean="0"/>
              <a:t>40</a:t>
            </a:fld>
            <a:endParaRPr lang="en-US"/>
          </a:p>
        </p:txBody>
      </p:sp>
    </p:spTree>
    <p:extLst>
      <p:ext uri="{BB962C8B-B14F-4D97-AF65-F5344CB8AC3E}">
        <p14:creationId xmlns:p14="http://schemas.microsoft.com/office/powerpoint/2010/main" val="3210969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1+#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P spid="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F3C9FF1-2EE7-272C-5BDE-E412233C56F1}"/>
              </a:ext>
            </a:extLst>
          </p:cNvPr>
          <p:cNvSpPr txBox="1"/>
          <p:nvPr/>
        </p:nvSpPr>
        <p:spPr>
          <a:xfrm>
            <a:off x="3682137" y="1970202"/>
            <a:ext cx="6036898" cy="3318235"/>
          </a:xfrm>
          <a:prstGeom prst="rect">
            <a:avLst/>
          </a:prstGeom>
          <a:noFill/>
        </p:spPr>
        <p:txBody>
          <a:bodyPr wrap="square" rtlCol="0">
            <a:prstTxWarp prst="textArchUp">
              <a:avLst/>
            </a:prstTxWarp>
            <a:spAutoFit/>
          </a:bodyPr>
          <a:lstStyle/>
          <a:p>
            <a:r>
              <a:rPr lang="vi-VN" sz="8800" dirty="0">
                <a:effectLst>
                  <a:glow rad="63500">
                    <a:schemeClr val="accent1">
                      <a:satMod val="175000"/>
                      <a:alpha val="40000"/>
                    </a:schemeClr>
                  </a:glow>
                </a:effectLst>
                <a:latin typeface="Times New Roman" panose="02020603050405020304" pitchFamily="18" charset="0"/>
                <a:cs typeface="Times New Roman" panose="02020603050405020304" pitchFamily="18" charset="0"/>
              </a:rPr>
              <a:t>Thank you </a:t>
            </a:r>
          </a:p>
        </p:txBody>
      </p:sp>
      <p:pic>
        <p:nvPicPr>
          <p:cNvPr id="11" name="Picture 10" descr="A group of colorful people holding hands&#10;&#10;Description automatically generated">
            <a:extLst>
              <a:ext uri="{FF2B5EF4-FFF2-40B4-BE49-F238E27FC236}">
                <a16:creationId xmlns:a16="http://schemas.microsoft.com/office/drawing/2014/main" id="{3DE9C837-1DB8-C40B-9575-70E9C43D5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9974" y="2603418"/>
            <a:ext cx="3616762" cy="3080945"/>
          </a:xfrm>
          <a:prstGeom prst="ellipse">
            <a:avLst/>
          </a:prstGeom>
          <a:ln>
            <a:noFill/>
          </a:ln>
          <a:effectLst>
            <a:softEdge rad="112500"/>
          </a:effectLst>
        </p:spPr>
      </p:pic>
      <p:sp>
        <p:nvSpPr>
          <p:cNvPr id="2" name="Slide Number Placeholder 1">
            <a:extLst>
              <a:ext uri="{FF2B5EF4-FFF2-40B4-BE49-F238E27FC236}">
                <a16:creationId xmlns:a16="http://schemas.microsoft.com/office/drawing/2014/main" id="{0B3B0930-EC40-A4EF-45D8-0FE7587809B7}"/>
              </a:ext>
            </a:extLst>
          </p:cNvPr>
          <p:cNvSpPr>
            <a:spLocks noGrp="1"/>
          </p:cNvSpPr>
          <p:nvPr>
            <p:ph type="sldNum" sz="quarter" idx="12"/>
          </p:nvPr>
        </p:nvSpPr>
        <p:spPr/>
        <p:txBody>
          <a:bodyPr/>
          <a:lstStyle/>
          <a:p>
            <a:fld id="{A826A215-A5F0-48E6-BDB0-DB2528564D1C}" type="slidenum">
              <a:rPr lang="en-US" smtClean="0"/>
              <a:t>41</a:t>
            </a:fld>
            <a:endParaRPr lang="en-US"/>
          </a:p>
        </p:txBody>
      </p:sp>
    </p:spTree>
    <p:extLst>
      <p:ext uri="{BB962C8B-B14F-4D97-AF65-F5344CB8AC3E}">
        <p14:creationId xmlns:p14="http://schemas.microsoft.com/office/powerpoint/2010/main" val="1008031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80">
                                          <p:stCondLst>
                                            <p:cond delay="0"/>
                                          </p:stCondLst>
                                        </p:cTn>
                                        <p:tgtEl>
                                          <p:spTgt spid="11"/>
                                        </p:tgtEl>
                                      </p:cBhvr>
                                    </p:animEffect>
                                    <p:anim calcmode="lin" valueType="num">
                                      <p:cBhvr>
                                        <p:cTn id="13"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8" dur="26">
                                          <p:stCondLst>
                                            <p:cond delay="650"/>
                                          </p:stCondLst>
                                        </p:cTn>
                                        <p:tgtEl>
                                          <p:spTgt spid="11"/>
                                        </p:tgtEl>
                                      </p:cBhvr>
                                      <p:to x="100000" y="60000"/>
                                    </p:animScale>
                                    <p:animScale>
                                      <p:cBhvr>
                                        <p:cTn id="19" dur="166" decel="50000">
                                          <p:stCondLst>
                                            <p:cond delay="676"/>
                                          </p:stCondLst>
                                        </p:cTn>
                                        <p:tgtEl>
                                          <p:spTgt spid="11"/>
                                        </p:tgtEl>
                                      </p:cBhvr>
                                      <p:to x="100000" y="100000"/>
                                    </p:animScale>
                                    <p:animScale>
                                      <p:cBhvr>
                                        <p:cTn id="20" dur="26">
                                          <p:stCondLst>
                                            <p:cond delay="1312"/>
                                          </p:stCondLst>
                                        </p:cTn>
                                        <p:tgtEl>
                                          <p:spTgt spid="11"/>
                                        </p:tgtEl>
                                      </p:cBhvr>
                                      <p:to x="100000" y="80000"/>
                                    </p:animScale>
                                    <p:animScale>
                                      <p:cBhvr>
                                        <p:cTn id="21" dur="166" decel="50000">
                                          <p:stCondLst>
                                            <p:cond delay="1338"/>
                                          </p:stCondLst>
                                        </p:cTn>
                                        <p:tgtEl>
                                          <p:spTgt spid="11"/>
                                        </p:tgtEl>
                                      </p:cBhvr>
                                      <p:to x="100000" y="100000"/>
                                    </p:animScale>
                                    <p:animScale>
                                      <p:cBhvr>
                                        <p:cTn id="22" dur="26">
                                          <p:stCondLst>
                                            <p:cond delay="1642"/>
                                          </p:stCondLst>
                                        </p:cTn>
                                        <p:tgtEl>
                                          <p:spTgt spid="11"/>
                                        </p:tgtEl>
                                      </p:cBhvr>
                                      <p:to x="100000" y="90000"/>
                                    </p:animScale>
                                    <p:animScale>
                                      <p:cBhvr>
                                        <p:cTn id="23" dur="166" decel="50000">
                                          <p:stCondLst>
                                            <p:cond delay="1668"/>
                                          </p:stCondLst>
                                        </p:cTn>
                                        <p:tgtEl>
                                          <p:spTgt spid="11"/>
                                        </p:tgtEl>
                                      </p:cBhvr>
                                      <p:to x="100000" y="100000"/>
                                    </p:animScale>
                                    <p:animScale>
                                      <p:cBhvr>
                                        <p:cTn id="24" dur="26">
                                          <p:stCondLst>
                                            <p:cond delay="1808"/>
                                          </p:stCondLst>
                                        </p:cTn>
                                        <p:tgtEl>
                                          <p:spTgt spid="11"/>
                                        </p:tgtEl>
                                      </p:cBhvr>
                                      <p:to x="100000" y="95000"/>
                                    </p:animScale>
                                    <p:animScale>
                                      <p:cBhvr>
                                        <p:cTn id="25" dur="166" decel="50000">
                                          <p:stCondLst>
                                            <p:cond delay="1834"/>
                                          </p:stCondLst>
                                        </p:cTn>
                                        <p:tgtEl>
                                          <p:spTgt spid="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436</TotalTime>
  <Words>3504</Words>
  <Application>Microsoft Office PowerPoint</Application>
  <PresentationFormat>Widescreen</PresentationFormat>
  <Paragraphs>326</Paragraphs>
  <Slides>41</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Malgun Gothic</vt:lpstr>
      <vt:lpstr>Aptos</vt:lpstr>
      <vt:lpstr>Arial</vt:lpstr>
      <vt:lpstr>Times</vt:lpstr>
      <vt:lpstr>Times New Roman</vt:lpstr>
      <vt:lpstr>Wingdings</vt:lpstr>
      <vt:lpstr>Office Theme</vt:lpstr>
      <vt:lpstr>GIỚI THIỆU HỆ THỐNG  SEMV SỬ DỤNG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THI TUYET_SEMV</dc:creator>
  <cp:lastModifiedBy>NGUYEN THI TUYET_SEMV</cp:lastModifiedBy>
  <cp:revision>210</cp:revision>
  <dcterms:created xsi:type="dcterms:W3CDTF">2024-10-09T08:19:04Z</dcterms:created>
  <dcterms:modified xsi:type="dcterms:W3CDTF">2024-10-11T02:19:29Z</dcterms:modified>
</cp:coreProperties>
</file>